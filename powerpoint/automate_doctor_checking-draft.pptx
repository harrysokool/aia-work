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38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8B2D97-7482-B047-9B05-E59F4C8D454C}"/>
              </a:ext>
            </a:extLst>
          </p:cNvPr>
          <p:cNvGrpSpPr/>
          <p:nvPr userDrawn="1"/>
        </p:nvGrpSpPr>
        <p:grpSpPr>
          <a:xfrm>
            <a:off x="0" y="-5486"/>
            <a:ext cx="12192000" cy="6863486"/>
            <a:chOff x="0" y="-5486"/>
            <a:chExt cx="12192000" cy="68634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65177B-4800-6A4D-ACF1-A60D3E3648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4AB8107-860B-CD4F-9FC2-3EAC6C2803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546" r="5124"/>
            <a:stretch/>
          </p:blipFill>
          <p:spPr>
            <a:xfrm>
              <a:off x="624742" y="-5486"/>
              <a:ext cx="11567258" cy="6683445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7418E04C-6267-3C40-8045-E595A3F20D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CC8A58C-864F-7041-A6F9-451CDBB94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FA8A1-E8CC-7447-A8CA-4C3E1E53C399}"/>
              </a:ext>
            </a:extLst>
          </p:cNvPr>
          <p:cNvSpPr txBox="1"/>
          <p:nvPr userDrawn="1"/>
        </p:nvSpPr>
        <p:spPr>
          <a:xfrm>
            <a:off x="-1170000" y="2440557"/>
            <a:ext cx="1052488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rgbClr val="333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image can be replaced here and master view</a:t>
            </a:r>
          </a:p>
          <a:p>
            <a:pPr algn="l"/>
            <a:endParaRPr lang="en-US" sz="1000" dirty="0">
              <a:solidFill>
                <a:srgbClr val="333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000" dirty="0">
                <a:latin typeface="Helvetica Neue" panose="02000503000000020004" pitchFamily="2" charset="0"/>
              </a:rPr>
              <a:t>Please </a:t>
            </a:r>
            <a:r>
              <a:rPr lang="en-GB" sz="1000" b="1" dirty="0">
                <a:latin typeface="Helvetica Neue" panose="02000503000000020004" pitchFamily="2" charset="0"/>
              </a:rPr>
              <a:t>do not </a:t>
            </a:r>
            <a:r>
              <a:rPr lang="en-GB" sz="1000" dirty="0">
                <a:latin typeface="Helvetica Neue" panose="02000503000000020004" pitchFamily="2" charset="0"/>
              </a:rPr>
              <a:t>use any internal photo competition participants’ images</a:t>
            </a:r>
            <a:endParaRPr lang="en-US" sz="1000" dirty="0">
              <a:solidFill>
                <a:srgbClr val="333D4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25017-062B-8F43-A169-03040D11D39C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rapezoid 5">
            <a:extLst>
              <a:ext uri="{FF2B5EF4-FFF2-40B4-BE49-F238E27FC236}">
                <a16:creationId xmlns:a16="http://schemas.microsoft.com/office/drawing/2014/main" id="{2D70B633-359E-094E-8547-ABD066006107}"/>
              </a:ext>
            </a:extLst>
          </p:cNvPr>
          <p:cNvSpPr/>
          <p:nvPr userDrawn="1"/>
        </p:nvSpPr>
        <p:spPr>
          <a:xfrm>
            <a:off x="6337300" y="1493839"/>
            <a:ext cx="5868000" cy="5369646"/>
          </a:xfrm>
          <a:custGeom>
            <a:avLst/>
            <a:gdLst>
              <a:gd name="connsiteX0" fmla="*/ 0 w 3508169"/>
              <a:gd name="connsiteY0" fmla="*/ 3543337 h 3543337"/>
              <a:gd name="connsiteX1" fmla="*/ 877042 w 3508169"/>
              <a:gd name="connsiteY1" fmla="*/ 0 h 3543337"/>
              <a:gd name="connsiteX2" fmla="*/ 2631127 w 3508169"/>
              <a:gd name="connsiteY2" fmla="*/ 0 h 3543337"/>
              <a:gd name="connsiteX3" fmla="*/ 3508169 w 3508169"/>
              <a:gd name="connsiteY3" fmla="*/ 3543337 h 3543337"/>
              <a:gd name="connsiteX4" fmla="*/ 0 w 3508169"/>
              <a:gd name="connsiteY4" fmla="*/ 3543337 h 3543337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3508169 w 6086008"/>
              <a:gd name="connsiteY3" fmla="*/ 5470415 h 5470415"/>
              <a:gd name="connsiteX4" fmla="*/ 0 w 6086008"/>
              <a:gd name="connsiteY4" fmla="*/ 5470415 h 5470415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6057143 w 6086008"/>
              <a:gd name="connsiteY3" fmla="*/ 3419009 h 5470415"/>
              <a:gd name="connsiteX4" fmla="*/ 0 w 6086008"/>
              <a:gd name="connsiteY4" fmla="*/ 5470415 h 5470415"/>
              <a:gd name="connsiteX0" fmla="*/ 3048556 w 5208966"/>
              <a:gd name="connsiteY0" fmla="*/ 6607124 h 6607124"/>
              <a:gd name="connsiteX1" fmla="*/ 0 w 5208966"/>
              <a:gd name="connsiteY1" fmla="*/ 1927078 h 6607124"/>
              <a:gd name="connsiteX2" fmla="*/ 5208966 w 5208966"/>
              <a:gd name="connsiteY2" fmla="*/ 0 h 6607124"/>
              <a:gd name="connsiteX3" fmla="*/ 5180101 w 5208966"/>
              <a:gd name="connsiteY3" fmla="*/ 3419009 h 6607124"/>
              <a:gd name="connsiteX4" fmla="*/ 3048556 w 5208966"/>
              <a:gd name="connsiteY4" fmla="*/ 6607124 h 6607124"/>
              <a:gd name="connsiteX0" fmla="*/ 4833726 w 6994136"/>
              <a:gd name="connsiteY0" fmla="*/ 6607124 h 6607124"/>
              <a:gd name="connsiteX1" fmla="*/ 0 w 6994136"/>
              <a:gd name="connsiteY1" fmla="*/ 2193494 h 6607124"/>
              <a:gd name="connsiteX2" fmla="*/ 6994136 w 6994136"/>
              <a:gd name="connsiteY2" fmla="*/ 0 h 6607124"/>
              <a:gd name="connsiteX3" fmla="*/ 6965271 w 6994136"/>
              <a:gd name="connsiteY3" fmla="*/ 3419009 h 6607124"/>
              <a:gd name="connsiteX4" fmla="*/ 4833726 w 6994136"/>
              <a:gd name="connsiteY4" fmla="*/ 6607124 h 6607124"/>
              <a:gd name="connsiteX0" fmla="*/ 4833726 w 6994136"/>
              <a:gd name="connsiteY0" fmla="*/ 6607124 h 6607124"/>
              <a:gd name="connsiteX1" fmla="*/ 1405487 w 6994136"/>
              <a:gd name="connsiteY1" fmla="*/ 3490053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607124 h 6607124"/>
              <a:gd name="connsiteX1" fmla="*/ 4078801 w 6994136"/>
              <a:gd name="connsiteY1" fmla="*/ 6571601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553841 h 6571601"/>
              <a:gd name="connsiteX1" fmla="*/ 4078801 w 6994136"/>
              <a:gd name="connsiteY1" fmla="*/ 6571601 h 6571601"/>
              <a:gd name="connsiteX2" fmla="*/ 0 w 6994136"/>
              <a:gd name="connsiteY2" fmla="*/ 2193494 h 6571601"/>
              <a:gd name="connsiteX3" fmla="*/ 6994136 w 6994136"/>
              <a:gd name="connsiteY3" fmla="*/ 0 h 6571601"/>
              <a:gd name="connsiteX4" fmla="*/ 6965271 w 6994136"/>
              <a:gd name="connsiteY4" fmla="*/ 3419009 h 6571601"/>
              <a:gd name="connsiteX5" fmla="*/ 4833726 w 6994136"/>
              <a:gd name="connsiteY5" fmla="*/ 6553841 h 6571601"/>
              <a:gd name="connsiteX0" fmla="*/ 4833726 w 6994136"/>
              <a:gd name="connsiteY0" fmla="*/ 6553841 h 6553841"/>
              <a:gd name="connsiteX1" fmla="*/ 4061039 w 6994136"/>
              <a:gd name="connsiteY1" fmla="*/ 6544959 h 6553841"/>
              <a:gd name="connsiteX2" fmla="*/ 0 w 6994136"/>
              <a:gd name="connsiteY2" fmla="*/ 2193494 h 6553841"/>
              <a:gd name="connsiteX3" fmla="*/ 6994136 w 6994136"/>
              <a:gd name="connsiteY3" fmla="*/ 0 h 6553841"/>
              <a:gd name="connsiteX4" fmla="*/ 6965271 w 6994136"/>
              <a:gd name="connsiteY4" fmla="*/ 3419009 h 6553841"/>
              <a:gd name="connsiteX5" fmla="*/ 4833726 w 699413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0 w 7056306"/>
              <a:gd name="connsiteY2" fmla="*/ 2193494 h 6553841"/>
              <a:gd name="connsiteX3" fmla="*/ 7056306 w 7056306"/>
              <a:gd name="connsiteY3" fmla="*/ 0 h 6553841"/>
              <a:gd name="connsiteX4" fmla="*/ 7027441 w 7056306"/>
              <a:gd name="connsiteY4" fmla="*/ 3419009 h 6553841"/>
              <a:gd name="connsiteX5" fmla="*/ 4895896 w 705630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197612 w 7056306"/>
              <a:gd name="connsiteY2" fmla="*/ 2397746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91034 w 7056306"/>
              <a:gd name="connsiteY2" fmla="*/ 2442148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922142 w 7082552"/>
              <a:gd name="connsiteY0" fmla="*/ 6553841 h 6553841"/>
              <a:gd name="connsiteX1" fmla="*/ 4149455 w 7082552"/>
              <a:gd name="connsiteY1" fmla="*/ 6544959 h 6553841"/>
              <a:gd name="connsiteX2" fmla="*/ 117280 w 7082552"/>
              <a:gd name="connsiteY2" fmla="*/ 2442148 h 6553841"/>
              <a:gd name="connsiteX3" fmla="*/ 26246 w 7082552"/>
              <a:gd name="connsiteY3" fmla="*/ 2193494 h 6553841"/>
              <a:gd name="connsiteX4" fmla="*/ 7082552 w 7082552"/>
              <a:gd name="connsiteY4" fmla="*/ 0 h 6553841"/>
              <a:gd name="connsiteX5" fmla="*/ 7053687 w 7082552"/>
              <a:gd name="connsiteY5" fmla="*/ 3419009 h 6553841"/>
              <a:gd name="connsiteX6" fmla="*/ 4922142 w 7082552"/>
              <a:gd name="connsiteY6" fmla="*/ 6553841 h 6553841"/>
              <a:gd name="connsiteX0" fmla="*/ 4950971 w 7111381"/>
              <a:gd name="connsiteY0" fmla="*/ 6553841 h 6553841"/>
              <a:gd name="connsiteX1" fmla="*/ 4178284 w 7111381"/>
              <a:gd name="connsiteY1" fmla="*/ 6544959 h 6553841"/>
              <a:gd name="connsiteX2" fmla="*/ 146109 w 7111381"/>
              <a:gd name="connsiteY2" fmla="*/ 2442148 h 6553841"/>
              <a:gd name="connsiteX3" fmla="*/ 55075 w 7111381"/>
              <a:gd name="connsiteY3" fmla="*/ 2193494 h 6553841"/>
              <a:gd name="connsiteX4" fmla="*/ 7111381 w 7111381"/>
              <a:gd name="connsiteY4" fmla="*/ 0 h 6553841"/>
              <a:gd name="connsiteX5" fmla="*/ 7082516 w 7111381"/>
              <a:gd name="connsiteY5" fmla="*/ 3419009 h 6553841"/>
              <a:gd name="connsiteX6" fmla="*/ 4950971 w 7111381"/>
              <a:gd name="connsiteY6" fmla="*/ 6553841 h 6553841"/>
              <a:gd name="connsiteX0" fmla="*/ 4963653 w 7124063"/>
              <a:gd name="connsiteY0" fmla="*/ 6553841 h 6553841"/>
              <a:gd name="connsiteX1" fmla="*/ 4190966 w 7124063"/>
              <a:gd name="connsiteY1" fmla="*/ 6544959 h 6553841"/>
              <a:gd name="connsiteX2" fmla="*/ 158791 w 7124063"/>
              <a:gd name="connsiteY2" fmla="*/ 2442148 h 6553841"/>
              <a:gd name="connsiteX3" fmla="*/ 67757 w 7124063"/>
              <a:gd name="connsiteY3" fmla="*/ 2193494 h 6553841"/>
              <a:gd name="connsiteX4" fmla="*/ 7124063 w 7124063"/>
              <a:gd name="connsiteY4" fmla="*/ 0 h 6553841"/>
              <a:gd name="connsiteX5" fmla="*/ 7095198 w 7124063"/>
              <a:gd name="connsiteY5" fmla="*/ 3419009 h 6553841"/>
              <a:gd name="connsiteX6" fmla="*/ 4963653 w 7124063"/>
              <a:gd name="connsiteY6" fmla="*/ 6553841 h 6553841"/>
              <a:gd name="connsiteX0" fmla="*/ 4951680 w 7112090"/>
              <a:gd name="connsiteY0" fmla="*/ 6553841 h 6553841"/>
              <a:gd name="connsiteX1" fmla="*/ 4178993 w 7112090"/>
              <a:gd name="connsiteY1" fmla="*/ 6544959 h 6553841"/>
              <a:gd name="connsiteX2" fmla="*/ 146818 w 7112090"/>
              <a:gd name="connsiteY2" fmla="*/ 2442148 h 6553841"/>
              <a:gd name="connsiteX3" fmla="*/ 78234 w 7112090"/>
              <a:gd name="connsiteY3" fmla="*/ 2187080 h 6553841"/>
              <a:gd name="connsiteX4" fmla="*/ 7112090 w 7112090"/>
              <a:gd name="connsiteY4" fmla="*/ 0 h 6553841"/>
              <a:gd name="connsiteX5" fmla="*/ 7083225 w 7112090"/>
              <a:gd name="connsiteY5" fmla="*/ 3419009 h 6553841"/>
              <a:gd name="connsiteX6" fmla="*/ 4951680 w 7112090"/>
              <a:gd name="connsiteY6" fmla="*/ 6553841 h 6553841"/>
              <a:gd name="connsiteX0" fmla="*/ 4951680 w 7083225"/>
              <a:gd name="connsiteY0" fmla="*/ 6527921 h 6527921"/>
              <a:gd name="connsiteX1" fmla="*/ 4178993 w 7083225"/>
              <a:gd name="connsiteY1" fmla="*/ 6519039 h 6527921"/>
              <a:gd name="connsiteX2" fmla="*/ 146818 w 7083225"/>
              <a:gd name="connsiteY2" fmla="*/ 2416228 h 6527921"/>
              <a:gd name="connsiteX3" fmla="*/ 78234 w 7083225"/>
              <a:gd name="connsiteY3" fmla="*/ 2161160 h 6527921"/>
              <a:gd name="connsiteX4" fmla="*/ 7077534 w 7083225"/>
              <a:gd name="connsiteY4" fmla="*/ 0 h 6527921"/>
              <a:gd name="connsiteX5" fmla="*/ 7083225 w 7083225"/>
              <a:gd name="connsiteY5" fmla="*/ 3393089 h 6527921"/>
              <a:gd name="connsiteX6" fmla="*/ 4951680 w 7083225"/>
              <a:gd name="connsiteY6" fmla="*/ 6527921 h 6527921"/>
              <a:gd name="connsiteX0" fmla="*/ 4996130 w 7083225"/>
              <a:gd name="connsiteY0" fmla="*/ 6521571 h 6521571"/>
              <a:gd name="connsiteX1" fmla="*/ 4178993 w 7083225"/>
              <a:gd name="connsiteY1" fmla="*/ 6519039 h 6521571"/>
              <a:gd name="connsiteX2" fmla="*/ 146818 w 7083225"/>
              <a:gd name="connsiteY2" fmla="*/ 2416228 h 6521571"/>
              <a:gd name="connsiteX3" fmla="*/ 78234 w 7083225"/>
              <a:gd name="connsiteY3" fmla="*/ 2161160 h 6521571"/>
              <a:gd name="connsiteX4" fmla="*/ 7077534 w 7083225"/>
              <a:gd name="connsiteY4" fmla="*/ 0 h 6521571"/>
              <a:gd name="connsiteX5" fmla="*/ 7083225 w 7083225"/>
              <a:gd name="connsiteY5" fmla="*/ 3393089 h 6521571"/>
              <a:gd name="connsiteX6" fmla="*/ 4996130 w 7083225"/>
              <a:gd name="connsiteY6" fmla="*/ 6521571 h 6521571"/>
              <a:gd name="connsiteX0" fmla="*/ 4996130 w 7083225"/>
              <a:gd name="connsiteY0" fmla="*/ 6521571 h 6525389"/>
              <a:gd name="connsiteX1" fmla="*/ 4182168 w 7083225"/>
              <a:gd name="connsiteY1" fmla="*/ 6525389 h 6525389"/>
              <a:gd name="connsiteX2" fmla="*/ 146818 w 7083225"/>
              <a:gd name="connsiteY2" fmla="*/ 2416228 h 6525389"/>
              <a:gd name="connsiteX3" fmla="*/ 78234 w 7083225"/>
              <a:gd name="connsiteY3" fmla="*/ 2161160 h 6525389"/>
              <a:gd name="connsiteX4" fmla="*/ 7077534 w 7083225"/>
              <a:gd name="connsiteY4" fmla="*/ 0 h 6525389"/>
              <a:gd name="connsiteX5" fmla="*/ 7083225 w 7083225"/>
              <a:gd name="connsiteY5" fmla="*/ 3393089 h 6525389"/>
              <a:gd name="connsiteX6" fmla="*/ 4996130 w 7083225"/>
              <a:gd name="connsiteY6" fmla="*/ 6521571 h 6525389"/>
              <a:gd name="connsiteX0" fmla="*/ 4996130 w 7084961"/>
              <a:gd name="connsiteY0" fmla="*/ 653271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4996130 w 7084961"/>
              <a:gd name="connsiteY6" fmla="*/ 6532712 h 6536530"/>
              <a:gd name="connsiteX0" fmla="*/ 5013784 w 7084961"/>
              <a:gd name="connsiteY0" fmla="*/ 653624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5013784 w 7084961"/>
              <a:gd name="connsiteY6" fmla="*/ 6536242 h 6536530"/>
              <a:gd name="connsiteX0" fmla="*/ 5013784 w 7084961"/>
              <a:gd name="connsiteY0" fmla="*/ 6536242 h 6547121"/>
              <a:gd name="connsiteX1" fmla="*/ 4185699 w 7084961"/>
              <a:gd name="connsiteY1" fmla="*/ 6547121 h 6547121"/>
              <a:gd name="connsiteX2" fmla="*/ 146818 w 7084961"/>
              <a:gd name="connsiteY2" fmla="*/ 2427369 h 6547121"/>
              <a:gd name="connsiteX3" fmla="*/ 78234 w 7084961"/>
              <a:gd name="connsiteY3" fmla="*/ 2172301 h 6547121"/>
              <a:gd name="connsiteX4" fmla="*/ 7084961 w 7084961"/>
              <a:gd name="connsiteY4" fmla="*/ 0 h 6547121"/>
              <a:gd name="connsiteX5" fmla="*/ 7083225 w 7084961"/>
              <a:gd name="connsiteY5" fmla="*/ 3404230 h 6547121"/>
              <a:gd name="connsiteX6" fmla="*/ 5013784 w 7084961"/>
              <a:gd name="connsiteY6" fmla="*/ 6536242 h 6547121"/>
              <a:gd name="connsiteX0" fmla="*/ 5013784 w 7086830"/>
              <a:gd name="connsiteY0" fmla="*/ 6536242 h 6547121"/>
              <a:gd name="connsiteX1" fmla="*/ 4185699 w 7086830"/>
              <a:gd name="connsiteY1" fmla="*/ 6547121 h 6547121"/>
              <a:gd name="connsiteX2" fmla="*/ 146818 w 7086830"/>
              <a:gd name="connsiteY2" fmla="*/ 2427369 h 6547121"/>
              <a:gd name="connsiteX3" fmla="*/ 78234 w 7086830"/>
              <a:gd name="connsiteY3" fmla="*/ 2172301 h 6547121"/>
              <a:gd name="connsiteX4" fmla="*/ 7084961 w 7086830"/>
              <a:gd name="connsiteY4" fmla="*/ 0 h 6547121"/>
              <a:gd name="connsiteX5" fmla="*/ 7086755 w 7086830"/>
              <a:gd name="connsiteY5" fmla="*/ 3425413 h 6547121"/>
              <a:gd name="connsiteX6" fmla="*/ 5013784 w 7086830"/>
              <a:gd name="connsiteY6" fmla="*/ 6536242 h 6547121"/>
              <a:gd name="connsiteX0" fmla="*/ 5013784 w 7099083"/>
              <a:gd name="connsiteY0" fmla="*/ 6543303 h 6554182"/>
              <a:gd name="connsiteX1" fmla="*/ 4185699 w 7099083"/>
              <a:gd name="connsiteY1" fmla="*/ 6554182 h 6554182"/>
              <a:gd name="connsiteX2" fmla="*/ 146818 w 7099083"/>
              <a:gd name="connsiteY2" fmla="*/ 2434430 h 6554182"/>
              <a:gd name="connsiteX3" fmla="*/ 78234 w 7099083"/>
              <a:gd name="connsiteY3" fmla="*/ 2179362 h 6554182"/>
              <a:gd name="connsiteX4" fmla="*/ 7099083 w 7099083"/>
              <a:gd name="connsiteY4" fmla="*/ 0 h 6554182"/>
              <a:gd name="connsiteX5" fmla="*/ 7086755 w 7099083"/>
              <a:gd name="connsiteY5" fmla="*/ 3432474 h 6554182"/>
              <a:gd name="connsiteX6" fmla="*/ 5013784 w 7099083"/>
              <a:gd name="connsiteY6" fmla="*/ 6543303 h 6554182"/>
              <a:gd name="connsiteX0" fmla="*/ 4996305 w 7081604"/>
              <a:gd name="connsiteY0" fmla="*/ 6543303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96305 w 7081604"/>
              <a:gd name="connsiteY6" fmla="*/ 6543303 h 6554182"/>
              <a:gd name="connsiteX0" fmla="*/ 4989581 w 7081604"/>
              <a:gd name="connsiteY0" fmla="*/ 6553388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89581 w 7081604"/>
              <a:gd name="connsiteY6" fmla="*/ 6553388 h 6554182"/>
              <a:gd name="connsiteX0" fmla="*/ 5006391 w 7081604"/>
              <a:gd name="connsiteY0" fmla="*/ 6556750 h 6556750"/>
              <a:gd name="connsiteX1" fmla="*/ 4168220 w 7081604"/>
              <a:gd name="connsiteY1" fmla="*/ 6554182 h 6556750"/>
              <a:gd name="connsiteX2" fmla="*/ 129339 w 7081604"/>
              <a:gd name="connsiteY2" fmla="*/ 2434430 h 6556750"/>
              <a:gd name="connsiteX3" fmla="*/ 98856 w 7081604"/>
              <a:gd name="connsiteY3" fmla="*/ 2169837 h 6556750"/>
              <a:gd name="connsiteX4" fmla="*/ 7081604 w 7081604"/>
              <a:gd name="connsiteY4" fmla="*/ 0 h 6556750"/>
              <a:gd name="connsiteX5" fmla="*/ 7069276 w 7081604"/>
              <a:gd name="connsiteY5" fmla="*/ 3432474 h 6556750"/>
              <a:gd name="connsiteX6" fmla="*/ 5006391 w 7081604"/>
              <a:gd name="connsiteY6" fmla="*/ 6556750 h 6556750"/>
              <a:gd name="connsiteX0" fmla="*/ 5006391 w 7092829"/>
              <a:gd name="connsiteY0" fmla="*/ 6556750 h 6556750"/>
              <a:gd name="connsiteX1" fmla="*/ 4168220 w 7092829"/>
              <a:gd name="connsiteY1" fmla="*/ 6554182 h 6556750"/>
              <a:gd name="connsiteX2" fmla="*/ 129339 w 7092829"/>
              <a:gd name="connsiteY2" fmla="*/ 2434430 h 6556750"/>
              <a:gd name="connsiteX3" fmla="*/ 98856 w 7092829"/>
              <a:gd name="connsiteY3" fmla="*/ 2169837 h 6556750"/>
              <a:gd name="connsiteX4" fmla="*/ 7081604 w 7092829"/>
              <a:gd name="connsiteY4" fmla="*/ 0 h 6556750"/>
              <a:gd name="connsiteX5" fmla="*/ 7092810 w 7092829"/>
              <a:gd name="connsiteY5" fmla="*/ 3405580 h 6556750"/>
              <a:gd name="connsiteX6" fmla="*/ 5006391 w 7092829"/>
              <a:gd name="connsiteY6" fmla="*/ 6556750 h 6556750"/>
              <a:gd name="connsiteX0" fmla="*/ 5006391 w 7095052"/>
              <a:gd name="connsiteY0" fmla="*/ 6560112 h 6560112"/>
              <a:gd name="connsiteX1" fmla="*/ 4168220 w 7095052"/>
              <a:gd name="connsiteY1" fmla="*/ 655754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5006391 w 7095052"/>
              <a:gd name="connsiteY0" fmla="*/ 6560112 h 6560112"/>
              <a:gd name="connsiteX1" fmla="*/ 3149235 w 7095052"/>
              <a:gd name="connsiteY1" fmla="*/ 569382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3384712 w 7095052"/>
              <a:gd name="connsiteY0" fmla="*/ 5702607 h 5702607"/>
              <a:gd name="connsiteX1" fmla="*/ 3149235 w 7095052"/>
              <a:gd name="connsiteY1" fmla="*/ 5693824 h 5702607"/>
              <a:gd name="connsiteX2" fmla="*/ 129339 w 7095052"/>
              <a:gd name="connsiteY2" fmla="*/ 2437792 h 5702607"/>
              <a:gd name="connsiteX3" fmla="*/ 98856 w 7095052"/>
              <a:gd name="connsiteY3" fmla="*/ 2173199 h 5702607"/>
              <a:gd name="connsiteX4" fmla="*/ 7095052 w 7095052"/>
              <a:gd name="connsiteY4" fmla="*/ 0 h 5702607"/>
              <a:gd name="connsiteX5" fmla="*/ 7092810 w 7095052"/>
              <a:gd name="connsiteY5" fmla="*/ 3408942 h 5702607"/>
              <a:gd name="connsiteX6" fmla="*/ 3384712 w 7095052"/>
              <a:gd name="connsiteY6" fmla="*/ 5702607 h 5702607"/>
              <a:gd name="connsiteX0" fmla="*/ 3384712 w 7092810"/>
              <a:gd name="connsiteY0" fmla="*/ 5652896 h 5652896"/>
              <a:gd name="connsiteX1" fmla="*/ 3149235 w 7092810"/>
              <a:gd name="connsiteY1" fmla="*/ 5644113 h 5652896"/>
              <a:gd name="connsiteX2" fmla="*/ 129339 w 7092810"/>
              <a:gd name="connsiteY2" fmla="*/ 2388081 h 5652896"/>
              <a:gd name="connsiteX3" fmla="*/ 98856 w 7092810"/>
              <a:gd name="connsiteY3" fmla="*/ 2123488 h 5652896"/>
              <a:gd name="connsiteX4" fmla="*/ 6629053 w 7092810"/>
              <a:gd name="connsiteY4" fmla="*/ 0 h 5652896"/>
              <a:gd name="connsiteX5" fmla="*/ 7092810 w 7092810"/>
              <a:gd name="connsiteY5" fmla="*/ 3359231 h 5652896"/>
              <a:gd name="connsiteX6" fmla="*/ 3384712 w 7092810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34785 w 6629053"/>
              <a:gd name="connsiteY5" fmla="*/ 3458652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160811 w 6629053"/>
              <a:gd name="connsiteY5" fmla="*/ 3123106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78278 w 6629053"/>
              <a:gd name="connsiteY5" fmla="*/ 2060544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508758 w 6629053"/>
              <a:gd name="connsiteY5" fmla="*/ 1898985 h 5652896"/>
              <a:gd name="connsiteX6" fmla="*/ 3384712 w 6629053"/>
              <a:gd name="connsiteY6" fmla="*/ 5652896 h 5652896"/>
              <a:gd name="connsiteX0" fmla="*/ 3384712 w 6523426"/>
              <a:gd name="connsiteY0" fmla="*/ 5609400 h 5609400"/>
              <a:gd name="connsiteX1" fmla="*/ 3149235 w 6523426"/>
              <a:gd name="connsiteY1" fmla="*/ 5600617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5931176 w 6523426"/>
              <a:gd name="connsiteY5" fmla="*/ 2555863 h 5609400"/>
              <a:gd name="connsiteX6" fmla="*/ 3384712 w 6523426"/>
              <a:gd name="connsiteY6" fmla="*/ 5609400 h 5609400"/>
              <a:gd name="connsiteX0" fmla="*/ 3384712 w 5931191"/>
              <a:gd name="connsiteY0" fmla="*/ 5421672 h 5421672"/>
              <a:gd name="connsiteX1" fmla="*/ 3118168 w 5931191"/>
              <a:gd name="connsiteY1" fmla="*/ 5406676 h 5421672"/>
              <a:gd name="connsiteX2" fmla="*/ 129339 w 5931191"/>
              <a:gd name="connsiteY2" fmla="*/ 2156857 h 5421672"/>
              <a:gd name="connsiteX3" fmla="*/ 98856 w 5931191"/>
              <a:gd name="connsiteY3" fmla="*/ 1892264 h 5421672"/>
              <a:gd name="connsiteX4" fmla="*/ 5916965 w 5931191"/>
              <a:gd name="connsiteY4" fmla="*/ 0 h 5421672"/>
              <a:gd name="connsiteX5" fmla="*/ 5931176 w 5931191"/>
              <a:gd name="connsiteY5" fmla="*/ 2368135 h 5421672"/>
              <a:gd name="connsiteX6" fmla="*/ 3384712 w 5931191"/>
              <a:gd name="connsiteY6" fmla="*/ 5421672 h 5421672"/>
              <a:gd name="connsiteX0" fmla="*/ 3384712 w 5931205"/>
              <a:gd name="connsiteY0" fmla="*/ 5421672 h 5421672"/>
              <a:gd name="connsiteX1" fmla="*/ 3118168 w 5931205"/>
              <a:gd name="connsiteY1" fmla="*/ 5406676 h 5421672"/>
              <a:gd name="connsiteX2" fmla="*/ 129339 w 5931205"/>
              <a:gd name="connsiteY2" fmla="*/ 2156857 h 5421672"/>
              <a:gd name="connsiteX3" fmla="*/ 98856 w 5931205"/>
              <a:gd name="connsiteY3" fmla="*/ 1892264 h 5421672"/>
              <a:gd name="connsiteX4" fmla="*/ 5916965 w 5931205"/>
              <a:gd name="connsiteY4" fmla="*/ 0 h 5421672"/>
              <a:gd name="connsiteX5" fmla="*/ 5931176 w 5931205"/>
              <a:gd name="connsiteY5" fmla="*/ 2368135 h 5421672"/>
              <a:gd name="connsiteX6" fmla="*/ 3384712 w 5931205"/>
              <a:gd name="connsiteY6" fmla="*/ 5421672 h 5421672"/>
              <a:gd name="connsiteX0" fmla="*/ 3384712 w 5931205"/>
              <a:gd name="connsiteY0" fmla="*/ 5421672 h 5427214"/>
              <a:gd name="connsiteX1" fmla="*/ 3130492 w 5931205"/>
              <a:gd name="connsiteY1" fmla="*/ 5427214 h 5427214"/>
              <a:gd name="connsiteX2" fmla="*/ 129339 w 5931205"/>
              <a:gd name="connsiteY2" fmla="*/ 2156857 h 5427214"/>
              <a:gd name="connsiteX3" fmla="*/ 98856 w 5931205"/>
              <a:gd name="connsiteY3" fmla="*/ 1892264 h 5427214"/>
              <a:gd name="connsiteX4" fmla="*/ 5916965 w 5931205"/>
              <a:gd name="connsiteY4" fmla="*/ 0 h 5427214"/>
              <a:gd name="connsiteX5" fmla="*/ 5931176 w 5931205"/>
              <a:gd name="connsiteY5" fmla="*/ 2368135 h 5427214"/>
              <a:gd name="connsiteX6" fmla="*/ 3384712 w 5931205"/>
              <a:gd name="connsiteY6" fmla="*/ 5421672 h 542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205" h="5427214">
                <a:moveTo>
                  <a:pt x="3384712" y="5421672"/>
                </a:moveTo>
                <a:lnTo>
                  <a:pt x="3130492" y="5427214"/>
                </a:lnTo>
                <a:cubicBezTo>
                  <a:pt x="1809052" y="4010467"/>
                  <a:pt x="1475633" y="3530108"/>
                  <a:pt x="129339" y="2156857"/>
                </a:cubicBezTo>
                <a:cubicBezTo>
                  <a:pt x="-87432" y="1945812"/>
                  <a:pt x="15569" y="1932016"/>
                  <a:pt x="98856" y="1892264"/>
                </a:cubicBezTo>
                <a:lnTo>
                  <a:pt x="5916965" y="0"/>
                </a:lnTo>
                <a:cubicBezTo>
                  <a:pt x="5923606" y="1091421"/>
                  <a:pt x="5931755" y="1233392"/>
                  <a:pt x="5931176" y="2368135"/>
                </a:cubicBezTo>
                <a:lnTo>
                  <a:pt x="3384712" y="5421672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4720876-3CA7-744D-A10D-DA2A0D62BA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3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ection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F6B96-A12F-1945-8D91-2097D3B33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DD162A-821F-1945-842E-1D5AE800FF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5181"/>
          <a:stretch/>
        </p:blipFill>
        <p:spPr>
          <a:xfrm>
            <a:off x="0" y="2176042"/>
            <a:ext cx="12192000" cy="4698000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298D650-E8F3-4545-ABF5-903E2FF5D0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999" y="1980000"/>
            <a:ext cx="5040000" cy="1800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E0E0F3-5DCB-3A49-8070-D9496897D8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60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blank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21E97CF3-1B2B-3C4F-B98D-C24E6E08FC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004" t="5114" r="34651" b="24263"/>
          <a:stretch/>
        </p:blipFill>
        <p:spPr>
          <a:xfrm>
            <a:off x="10178106" y="4184921"/>
            <a:ext cx="2021388" cy="2673079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283C79D-02B2-7C4C-ACCB-2BC606AA3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3600000" cy="2916793"/>
          </a:xfrm>
        </p:spPr>
        <p:txBody>
          <a:bodyPr>
            <a:noAutofit/>
          </a:bodyPr>
          <a:lstStyle>
            <a:lvl1pPr marL="2857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1pPr>
            <a:lvl2pPr marL="7429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3pPr>
            <a:lvl4pPr marL="16002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4pPr>
            <a:lvl5pPr marL="20574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6DAD27A-8F08-5A49-AF70-761746D02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5F38DE-1350-2D4C-B6FB-3A271A28F8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7200" y="1800000"/>
            <a:ext cx="3600000" cy="2916793"/>
          </a:xfrm>
        </p:spPr>
        <p:txBody>
          <a:bodyPr>
            <a:noAutofit/>
          </a:bodyPr>
          <a:lstStyle>
            <a:lvl1pPr marL="2857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1pPr>
            <a:lvl2pPr marL="7429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3pPr>
            <a:lvl4pPr marL="16002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4pPr>
            <a:lvl5pPr marL="20574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F80291D-9E0D-4F4E-B07E-13D3B4C230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BE3CB4-AD8C-5A4B-A57E-EC5458BD22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0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619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8" r:id="rId2"/>
    <p:sldLayoutId id="2147483713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08FE5F2-396F-675C-DD20-4EAE6D0F4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561" y="4611040"/>
            <a:ext cx="5080000" cy="3587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5E02C-68B6-3910-DC92-06CE0674F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000" y="2160000"/>
            <a:ext cx="5736000" cy="2252974"/>
          </a:xfrm>
        </p:spPr>
        <p:txBody>
          <a:bodyPr/>
          <a:lstStyle/>
          <a:p>
            <a:r>
              <a:rPr lang="en-GB" dirty="0"/>
              <a:t>Automating Doctor Verification for Minor Claims</a:t>
            </a:r>
          </a:p>
        </p:txBody>
      </p:sp>
    </p:spTree>
    <p:extLst>
      <p:ext uri="{BB962C8B-B14F-4D97-AF65-F5344CB8AC3E}">
        <p14:creationId xmlns:p14="http://schemas.microsoft.com/office/powerpoint/2010/main" val="53756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9A7FE5-7813-0FDB-80E1-3D7A11161F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320960" cy="2916793"/>
          </a:xfrm>
        </p:spPr>
        <p:txBody>
          <a:bodyPr/>
          <a:lstStyle/>
          <a:p>
            <a:r>
              <a:rPr lang="en-GB" dirty="0"/>
              <a:t>Auditors currently do not verify whether the doctors on scanned documents are legitimate. </a:t>
            </a:r>
          </a:p>
          <a:p>
            <a:r>
              <a:rPr lang="en-GB" dirty="0"/>
              <a:t>Manual verification via the HKMC website is time‑consuming and inconsistent. </a:t>
            </a:r>
          </a:p>
          <a:p>
            <a:r>
              <a:rPr lang="en-GB" dirty="0"/>
              <a:t>Need for an automated, scalable, and reliable verification process.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57830-A24E-1572-102A-81433071C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CF9A-C0AA-B0B4-A262-BC6480DC09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8167" y="420279"/>
            <a:ext cx="3600000" cy="2916793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06517-AA32-FAB4-424A-7044CAC3D2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085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83273-C894-1CEB-2049-8DC20EC1B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999" y="1800000"/>
            <a:ext cx="6621245" cy="2916793"/>
          </a:xfrm>
        </p:spPr>
        <p:txBody>
          <a:bodyPr/>
          <a:lstStyle/>
          <a:p>
            <a:r>
              <a:rPr lang="en-GB" dirty="0"/>
              <a:t>Goal: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Automate the verification of doctors’ legitimacy on scanned documents. </a:t>
            </a:r>
          </a:p>
          <a:p>
            <a:r>
              <a:rPr lang="en-GB" dirty="0"/>
              <a:t>Approach: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Use OCR to extract doctor names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Cross-check names with HKMC registered doctor list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Export results for audit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BCE9F6-43BD-B576-7F16-07C664C46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97029-F864-F0A5-69B6-2FD1752AC3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01534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2E2EB-A54E-EE31-96AF-26C29F3B9A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832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AE3861-09BA-2062-884B-AC0E071436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6835930" cy="291679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Extract all registered doctors’ English names from HKMC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Use OCR to extract doctor names from scanned documents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Compare OCR results with HKMC name list (exact match)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Output results to Excel for further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79985-AC6F-B640-9349-80B71CB4A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47A50-CCAC-052F-B142-790FD5BD02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29972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F0C56-54E8-ECDB-A3B9-595FFBC7A4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Proposed Workflow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94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94008-936A-B408-478F-05E2F5D553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138080" cy="2916793"/>
          </a:xfrm>
        </p:spPr>
        <p:txBody>
          <a:bodyPr/>
          <a:lstStyle/>
          <a:p>
            <a:r>
              <a:rPr lang="en-GB" dirty="0"/>
              <a:t>Removes manual checking by auditors </a:t>
            </a:r>
          </a:p>
          <a:p>
            <a:r>
              <a:rPr lang="en-GB" dirty="0"/>
              <a:t>Ensures consistent verification process </a:t>
            </a:r>
          </a:p>
          <a:p>
            <a:r>
              <a:rPr lang="en-GB" dirty="0"/>
              <a:t>Scales to large volumes of claims </a:t>
            </a:r>
          </a:p>
          <a:p>
            <a:r>
              <a:rPr lang="en-GB" dirty="0"/>
              <a:t>Produces structured data for advanced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78A3B-767E-76C8-50F5-6F3C43926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7CE6C-7160-708E-B4BA-10E3E1891B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93583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2D8B8-168F-713C-30B9-4FC6B899B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Benefits of the Approach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2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5050F5-AB8A-0B66-9245-DC1B9B4B79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138080" cy="2916793"/>
          </a:xfrm>
        </p:spPr>
        <p:txBody>
          <a:bodyPr/>
          <a:lstStyle/>
          <a:p>
            <a:r>
              <a:rPr lang="en-GB" dirty="0"/>
              <a:t>Limited number of scanned document samples </a:t>
            </a:r>
          </a:p>
          <a:p>
            <a:r>
              <a:rPr lang="en-GB" dirty="0"/>
              <a:t>OCR accuracy not yet fully validated </a:t>
            </a:r>
          </a:p>
          <a:p>
            <a:r>
              <a:rPr lang="en-GB" dirty="0"/>
              <a:t>Exact match between OCR text and HKMC names required </a:t>
            </a:r>
          </a:p>
          <a:p>
            <a:r>
              <a:rPr lang="en-GB" dirty="0"/>
              <a:t>Potential for false negatives if OCR has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9074ED-A77C-F40F-AA22-6CECDB0F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D5474-66E7-A3A1-78B3-2A7CBBFF9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1290" y="512207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80626-8DA9-1C43-D02A-D46EDEC00C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Limitations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49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25ED4-A020-A061-E676-9B1EBD8CE6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6613294" cy="2916793"/>
          </a:xfrm>
        </p:spPr>
        <p:txBody>
          <a:bodyPr/>
          <a:lstStyle/>
          <a:p>
            <a:r>
              <a:rPr lang="en-GB" dirty="0"/>
              <a:t>Slow processing time per document </a:t>
            </a:r>
          </a:p>
          <a:p>
            <a:r>
              <a:rPr lang="en-GB" dirty="0"/>
              <a:t>No GPU available for acceleration </a:t>
            </a:r>
          </a:p>
          <a:p>
            <a:r>
              <a:rPr lang="en-GB" dirty="0"/>
              <a:t>Chosen OCR library is slower than other options </a:t>
            </a:r>
          </a:p>
          <a:p>
            <a:r>
              <a:rPr lang="en-GB" dirty="0"/>
              <a:t>Faster OCR libraries cannot be installed due to laptop restrictions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DA009-B506-43A5-C307-8300D5E02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2F27F-150E-9013-E447-5CBD0CF65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144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E82EB-6F88-1254-3E7F-D5CAD49E04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OCR Performance Issues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524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C45A9E-6B10-E2F8-6D8F-DF58B6C9BE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225544" cy="2916793"/>
          </a:xfrm>
        </p:spPr>
        <p:txBody>
          <a:bodyPr/>
          <a:lstStyle/>
          <a:p>
            <a:r>
              <a:rPr lang="en-GB" dirty="0"/>
              <a:t>A “True” match is reliable unless an unregistered doctor shares the exact same name </a:t>
            </a:r>
          </a:p>
          <a:p>
            <a:r>
              <a:rPr lang="en-GB" dirty="0"/>
              <a:t>OCR errors may cause missed matches (“False negatives”) </a:t>
            </a:r>
          </a:p>
          <a:p>
            <a:r>
              <a:rPr lang="en-GB" dirty="0"/>
              <a:t>More document samples needed to evaluate accuracy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4B4DB8-4779-EC49-463A-620771C6D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B69DE-0C28-CC18-F3D1-855B686F1C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5388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13549-1593-4DE8-F534-9882558E0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Reliability Considerations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77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736F71-067F-0BB8-1027-B0691E28CD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560000" cy="2916793"/>
          </a:xfrm>
        </p:spPr>
        <p:txBody>
          <a:bodyPr/>
          <a:lstStyle/>
          <a:p>
            <a:r>
              <a:rPr lang="en-GB" dirty="0"/>
              <a:t>To properly evaluate the system: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Need more scanned documents for accuracy testing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Need to measure: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OCR extraction accuracy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Processing time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Rate of correct matches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Rate of false negatives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A8B0F-5CC5-5E40-3D41-3550937D5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476AD-B222-75C1-B9C9-E5D5D1EFFF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63927" y="344608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1CB26-D427-7A32-E717-5FF47AE315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Testing Requirements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286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50854B-67C7-365C-8069-A0215AF72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999" y="1800000"/>
            <a:ext cx="6812077" cy="2916793"/>
          </a:xfrm>
        </p:spPr>
        <p:txBody>
          <a:bodyPr/>
          <a:lstStyle/>
          <a:p>
            <a:r>
              <a:rPr lang="en-GB" dirty="0"/>
              <a:t>Automation is feasible and beneficial </a:t>
            </a:r>
          </a:p>
          <a:p>
            <a:r>
              <a:rPr lang="en-GB" dirty="0"/>
              <a:t>Current prototype proves concept but needs optimization </a:t>
            </a:r>
          </a:p>
          <a:p>
            <a:r>
              <a:rPr lang="en-GB" dirty="0"/>
              <a:t>Main issue: processing speed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B3DF7C-8CB2-F923-282A-8C78CE1EF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0EE7D-7939-1AD3-DEE3-39C0717979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19871" y="420279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CBC06-9AB0-FA8D-DE86-B927229CC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558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1154FB-DE8A-2C78-D717-A8C256A59B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7255158" cy="2916793"/>
          </a:xfrm>
        </p:spPr>
        <p:txBody>
          <a:bodyPr/>
          <a:lstStyle/>
          <a:p>
            <a:r>
              <a:rPr lang="en-GB" dirty="0"/>
              <a:t>Gather more sample scanned documents </a:t>
            </a:r>
          </a:p>
          <a:p>
            <a:r>
              <a:rPr lang="en-GB" dirty="0"/>
              <a:t>Evaluate possibility of using a faster OCR engine </a:t>
            </a:r>
          </a:p>
          <a:p>
            <a:r>
              <a:rPr lang="en-GB" dirty="0"/>
              <a:t>Explore cloud-based OCR if compliance allows </a:t>
            </a:r>
          </a:p>
          <a:p>
            <a:r>
              <a:rPr lang="en-GB" dirty="0"/>
              <a:t>Improve matching logic (e.g., fuzzy matching) </a:t>
            </a:r>
          </a:p>
          <a:p>
            <a:r>
              <a:rPr lang="en-GB" dirty="0"/>
              <a:t>Conduct performance testing and document processing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73B4F6-9FD8-0E7E-09BA-8DD7A6C87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B8258-4272-6932-CD96-254388F041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67579" y="540000"/>
            <a:ext cx="3600000" cy="291679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C2AE1-ADEE-A7A7-D5F8-E86FBA3986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Next Steps /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42767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F14101-9C45-B999-A22D-70E4D9203B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947515"/>
      </p:ext>
    </p:extLst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</TotalTime>
  <Words>344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Helvetica Neue</vt:lpstr>
      <vt:lpstr>AIA_2020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2026-01-29T03:17:14Z</dcterms:created>
  <dcterms:modified xsi:type="dcterms:W3CDTF">2026-01-29T03:35:24Z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2026-01-29T03:30:41Z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2ef523c1-df53-47b3-afb4-887a52859f1a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