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A5915C"/>
    <a:srgbClr val="68655A"/>
    <a:srgbClr val="FF7A85"/>
    <a:srgbClr val="4C4794"/>
    <a:srgbClr val="333D47"/>
    <a:srgbClr val="F1C400"/>
    <a:srgbClr val="D31145"/>
    <a:srgbClr val="42005B"/>
    <a:srgbClr val="42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94" autoAdjust="0"/>
    <p:restoredTop sz="94687"/>
  </p:normalViewPr>
  <p:slideViewPr>
    <p:cSldViewPr snapToGrid="0" showGuides="1">
      <p:cViewPr varScale="1">
        <p:scale>
          <a:sx n="119" d="100"/>
          <a:sy n="119" d="100"/>
        </p:scale>
        <p:origin x="108" y="222"/>
      </p:cViewPr>
      <p:guideLst>
        <p:guide orient="horz" pos="2160"/>
        <p:guide pos="3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96" d="100"/>
          <a:sy n="96" d="100"/>
        </p:scale>
        <p:origin x="364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218ECE-A34A-49B3-9686-CAB705FE9FAE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CF2FCE-B231-44AD-BE06-D54B55D77B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914142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ECA36D-3A4E-49AB-8998-33E386CC934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A808D9-4A71-422D-8C20-E440E917B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8085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11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IA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C8B2D97-7482-B047-9B05-E59F4C8D454C}"/>
              </a:ext>
            </a:extLst>
          </p:cNvPr>
          <p:cNvGrpSpPr/>
          <p:nvPr userDrawn="1"/>
        </p:nvGrpSpPr>
        <p:grpSpPr>
          <a:xfrm>
            <a:off x="0" y="-5486"/>
            <a:ext cx="12192000" cy="6863486"/>
            <a:chOff x="0" y="-5486"/>
            <a:chExt cx="12192000" cy="686348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565177B-4800-6A4D-ACF1-A60D3E364849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F4AB8107-860B-CD4F-9FC2-3EAC6C28038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2546" r="5124"/>
            <a:stretch/>
          </p:blipFill>
          <p:spPr>
            <a:xfrm>
              <a:off x="624742" y="-5486"/>
              <a:ext cx="11567258" cy="6683445"/>
            </a:xfrm>
            <a:prstGeom prst="rect">
              <a:avLst/>
            </a:prstGeom>
          </p:spPr>
        </p:pic>
      </p:grpSp>
      <p:sp>
        <p:nvSpPr>
          <p:cNvPr id="11" name="Subtitle 2">
            <a:extLst>
              <a:ext uri="{FF2B5EF4-FFF2-40B4-BE49-F238E27FC236}">
                <a16:creationId xmlns:a16="http://schemas.microsoft.com/office/drawing/2014/main" id="{7418E04C-6267-3C40-8045-E595A3F20DE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000" y="3601225"/>
            <a:ext cx="5080000" cy="3587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add date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CC8A58C-864F-7041-A6F9-451CDBB94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2160000"/>
            <a:ext cx="5400000" cy="12690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ct val="80000"/>
              </a:lnSpc>
              <a:defRPr sz="48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Title of Presentation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5FA8A1-E8CC-7447-A8CA-4C3E1E53C399}"/>
              </a:ext>
            </a:extLst>
          </p:cNvPr>
          <p:cNvSpPr txBox="1"/>
          <p:nvPr userDrawn="1"/>
        </p:nvSpPr>
        <p:spPr>
          <a:xfrm>
            <a:off x="-1170000" y="2440557"/>
            <a:ext cx="1052488" cy="178510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l"/>
            <a:r>
              <a:rPr lang="en-US" sz="1000" dirty="0">
                <a:solidFill>
                  <a:srgbClr val="333D4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image can be replaced here and master view</a:t>
            </a:r>
          </a:p>
          <a:p>
            <a:pPr algn="l"/>
            <a:endParaRPr lang="en-US" sz="1000" dirty="0">
              <a:solidFill>
                <a:srgbClr val="333D4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GB" sz="1000" dirty="0">
                <a:latin typeface="Helvetica Neue" panose="02000503000000020004" pitchFamily="2" charset="0"/>
              </a:rPr>
              <a:t>Please </a:t>
            </a:r>
            <a:r>
              <a:rPr lang="en-GB" sz="1000" b="1" dirty="0">
                <a:latin typeface="Helvetica Neue" panose="02000503000000020004" pitchFamily="2" charset="0"/>
              </a:rPr>
              <a:t>do not </a:t>
            </a:r>
            <a:r>
              <a:rPr lang="en-GB" sz="1000" dirty="0">
                <a:latin typeface="Helvetica Neue" panose="02000503000000020004" pitchFamily="2" charset="0"/>
              </a:rPr>
              <a:t>use any internal photo competition participants’ images</a:t>
            </a:r>
            <a:endParaRPr lang="en-US" sz="1000" dirty="0">
              <a:solidFill>
                <a:srgbClr val="333D47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C25017-062B-8F43-A169-03040D11D39C}"/>
              </a:ext>
            </a:extLst>
          </p:cNvPr>
          <p:cNvSpPr txBox="1"/>
          <p:nvPr userDrawn="1"/>
        </p:nvSpPr>
        <p:spPr>
          <a:xfrm>
            <a:off x="36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spAutoFit/>
          </a:bodyPr>
          <a:lstStyle/>
          <a:p>
            <a:r>
              <a:rPr lang="en-GB" sz="800" b="0" i="0" dirty="0">
                <a:solidFill>
                  <a:schemeClr val="bg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</a:t>
            </a:r>
            <a:endParaRPr 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rapezoid 5">
            <a:extLst>
              <a:ext uri="{FF2B5EF4-FFF2-40B4-BE49-F238E27FC236}">
                <a16:creationId xmlns:a16="http://schemas.microsoft.com/office/drawing/2014/main" id="{2D70B633-359E-094E-8547-ABD066006107}"/>
              </a:ext>
            </a:extLst>
          </p:cNvPr>
          <p:cNvSpPr/>
          <p:nvPr userDrawn="1"/>
        </p:nvSpPr>
        <p:spPr>
          <a:xfrm>
            <a:off x="6337300" y="1493839"/>
            <a:ext cx="5868000" cy="5369646"/>
          </a:xfrm>
          <a:custGeom>
            <a:avLst/>
            <a:gdLst>
              <a:gd name="connsiteX0" fmla="*/ 0 w 3508169"/>
              <a:gd name="connsiteY0" fmla="*/ 3543337 h 3543337"/>
              <a:gd name="connsiteX1" fmla="*/ 877042 w 3508169"/>
              <a:gd name="connsiteY1" fmla="*/ 0 h 3543337"/>
              <a:gd name="connsiteX2" fmla="*/ 2631127 w 3508169"/>
              <a:gd name="connsiteY2" fmla="*/ 0 h 3543337"/>
              <a:gd name="connsiteX3" fmla="*/ 3508169 w 3508169"/>
              <a:gd name="connsiteY3" fmla="*/ 3543337 h 3543337"/>
              <a:gd name="connsiteX4" fmla="*/ 0 w 3508169"/>
              <a:gd name="connsiteY4" fmla="*/ 3543337 h 3543337"/>
              <a:gd name="connsiteX0" fmla="*/ 0 w 6086008"/>
              <a:gd name="connsiteY0" fmla="*/ 5470415 h 5470415"/>
              <a:gd name="connsiteX1" fmla="*/ 877042 w 6086008"/>
              <a:gd name="connsiteY1" fmla="*/ 1927078 h 5470415"/>
              <a:gd name="connsiteX2" fmla="*/ 6086008 w 6086008"/>
              <a:gd name="connsiteY2" fmla="*/ 0 h 5470415"/>
              <a:gd name="connsiteX3" fmla="*/ 3508169 w 6086008"/>
              <a:gd name="connsiteY3" fmla="*/ 5470415 h 5470415"/>
              <a:gd name="connsiteX4" fmla="*/ 0 w 6086008"/>
              <a:gd name="connsiteY4" fmla="*/ 5470415 h 5470415"/>
              <a:gd name="connsiteX0" fmla="*/ 0 w 6086008"/>
              <a:gd name="connsiteY0" fmla="*/ 5470415 h 5470415"/>
              <a:gd name="connsiteX1" fmla="*/ 877042 w 6086008"/>
              <a:gd name="connsiteY1" fmla="*/ 1927078 h 5470415"/>
              <a:gd name="connsiteX2" fmla="*/ 6086008 w 6086008"/>
              <a:gd name="connsiteY2" fmla="*/ 0 h 5470415"/>
              <a:gd name="connsiteX3" fmla="*/ 6057143 w 6086008"/>
              <a:gd name="connsiteY3" fmla="*/ 3419009 h 5470415"/>
              <a:gd name="connsiteX4" fmla="*/ 0 w 6086008"/>
              <a:gd name="connsiteY4" fmla="*/ 5470415 h 5470415"/>
              <a:gd name="connsiteX0" fmla="*/ 3048556 w 5208966"/>
              <a:gd name="connsiteY0" fmla="*/ 6607124 h 6607124"/>
              <a:gd name="connsiteX1" fmla="*/ 0 w 5208966"/>
              <a:gd name="connsiteY1" fmla="*/ 1927078 h 6607124"/>
              <a:gd name="connsiteX2" fmla="*/ 5208966 w 5208966"/>
              <a:gd name="connsiteY2" fmla="*/ 0 h 6607124"/>
              <a:gd name="connsiteX3" fmla="*/ 5180101 w 5208966"/>
              <a:gd name="connsiteY3" fmla="*/ 3419009 h 6607124"/>
              <a:gd name="connsiteX4" fmla="*/ 3048556 w 5208966"/>
              <a:gd name="connsiteY4" fmla="*/ 6607124 h 6607124"/>
              <a:gd name="connsiteX0" fmla="*/ 4833726 w 6994136"/>
              <a:gd name="connsiteY0" fmla="*/ 6607124 h 6607124"/>
              <a:gd name="connsiteX1" fmla="*/ 0 w 6994136"/>
              <a:gd name="connsiteY1" fmla="*/ 2193494 h 6607124"/>
              <a:gd name="connsiteX2" fmla="*/ 6994136 w 6994136"/>
              <a:gd name="connsiteY2" fmla="*/ 0 h 6607124"/>
              <a:gd name="connsiteX3" fmla="*/ 6965271 w 6994136"/>
              <a:gd name="connsiteY3" fmla="*/ 3419009 h 6607124"/>
              <a:gd name="connsiteX4" fmla="*/ 4833726 w 6994136"/>
              <a:gd name="connsiteY4" fmla="*/ 6607124 h 6607124"/>
              <a:gd name="connsiteX0" fmla="*/ 4833726 w 6994136"/>
              <a:gd name="connsiteY0" fmla="*/ 6607124 h 6607124"/>
              <a:gd name="connsiteX1" fmla="*/ 1405487 w 6994136"/>
              <a:gd name="connsiteY1" fmla="*/ 3490053 h 6607124"/>
              <a:gd name="connsiteX2" fmla="*/ 0 w 6994136"/>
              <a:gd name="connsiteY2" fmla="*/ 2193494 h 6607124"/>
              <a:gd name="connsiteX3" fmla="*/ 6994136 w 6994136"/>
              <a:gd name="connsiteY3" fmla="*/ 0 h 6607124"/>
              <a:gd name="connsiteX4" fmla="*/ 6965271 w 6994136"/>
              <a:gd name="connsiteY4" fmla="*/ 3419009 h 6607124"/>
              <a:gd name="connsiteX5" fmla="*/ 4833726 w 6994136"/>
              <a:gd name="connsiteY5" fmla="*/ 6607124 h 6607124"/>
              <a:gd name="connsiteX0" fmla="*/ 4833726 w 6994136"/>
              <a:gd name="connsiteY0" fmla="*/ 6607124 h 6607124"/>
              <a:gd name="connsiteX1" fmla="*/ 4078801 w 6994136"/>
              <a:gd name="connsiteY1" fmla="*/ 6571601 h 6607124"/>
              <a:gd name="connsiteX2" fmla="*/ 0 w 6994136"/>
              <a:gd name="connsiteY2" fmla="*/ 2193494 h 6607124"/>
              <a:gd name="connsiteX3" fmla="*/ 6994136 w 6994136"/>
              <a:gd name="connsiteY3" fmla="*/ 0 h 6607124"/>
              <a:gd name="connsiteX4" fmla="*/ 6965271 w 6994136"/>
              <a:gd name="connsiteY4" fmla="*/ 3419009 h 6607124"/>
              <a:gd name="connsiteX5" fmla="*/ 4833726 w 6994136"/>
              <a:gd name="connsiteY5" fmla="*/ 6607124 h 6607124"/>
              <a:gd name="connsiteX0" fmla="*/ 4833726 w 6994136"/>
              <a:gd name="connsiteY0" fmla="*/ 6553841 h 6571601"/>
              <a:gd name="connsiteX1" fmla="*/ 4078801 w 6994136"/>
              <a:gd name="connsiteY1" fmla="*/ 6571601 h 6571601"/>
              <a:gd name="connsiteX2" fmla="*/ 0 w 6994136"/>
              <a:gd name="connsiteY2" fmla="*/ 2193494 h 6571601"/>
              <a:gd name="connsiteX3" fmla="*/ 6994136 w 6994136"/>
              <a:gd name="connsiteY3" fmla="*/ 0 h 6571601"/>
              <a:gd name="connsiteX4" fmla="*/ 6965271 w 6994136"/>
              <a:gd name="connsiteY4" fmla="*/ 3419009 h 6571601"/>
              <a:gd name="connsiteX5" fmla="*/ 4833726 w 6994136"/>
              <a:gd name="connsiteY5" fmla="*/ 6553841 h 6571601"/>
              <a:gd name="connsiteX0" fmla="*/ 4833726 w 6994136"/>
              <a:gd name="connsiteY0" fmla="*/ 6553841 h 6553841"/>
              <a:gd name="connsiteX1" fmla="*/ 4061039 w 6994136"/>
              <a:gd name="connsiteY1" fmla="*/ 6544959 h 6553841"/>
              <a:gd name="connsiteX2" fmla="*/ 0 w 6994136"/>
              <a:gd name="connsiteY2" fmla="*/ 2193494 h 6553841"/>
              <a:gd name="connsiteX3" fmla="*/ 6994136 w 6994136"/>
              <a:gd name="connsiteY3" fmla="*/ 0 h 6553841"/>
              <a:gd name="connsiteX4" fmla="*/ 6965271 w 6994136"/>
              <a:gd name="connsiteY4" fmla="*/ 3419009 h 6553841"/>
              <a:gd name="connsiteX5" fmla="*/ 4833726 w 6994136"/>
              <a:gd name="connsiteY5" fmla="*/ 6553841 h 6553841"/>
              <a:gd name="connsiteX0" fmla="*/ 4895896 w 7056306"/>
              <a:gd name="connsiteY0" fmla="*/ 6553841 h 6553841"/>
              <a:gd name="connsiteX1" fmla="*/ 4123209 w 7056306"/>
              <a:gd name="connsiteY1" fmla="*/ 6544959 h 6553841"/>
              <a:gd name="connsiteX2" fmla="*/ 0 w 7056306"/>
              <a:gd name="connsiteY2" fmla="*/ 2193494 h 6553841"/>
              <a:gd name="connsiteX3" fmla="*/ 7056306 w 7056306"/>
              <a:gd name="connsiteY3" fmla="*/ 0 h 6553841"/>
              <a:gd name="connsiteX4" fmla="*/ 7027441 w 7056306"/>
              <a:gd name="connsiteY4" fmla="*/ 3419009 h 6553841"/>
              <a:gd name="connsiteX5" fmla="*/ 4895896 w 7056306"/>
              <a:gd name="connsiteY5" fmla="*/ 6553841 h 6553841"/>
              <a:gd name="connsiteX0" fmla="*/ 4895896 w 7056306"/>
              <a:gd name="connsiteY0" fmla="*/ 6553841 h 6553841"/>
              <a:gd name="connsiteX1" fmla="*/ 4123209 w 7056306"/>
              <a:gd name="connsiteY1" fmla="*/ 6544959 h 6553841"/>
              <a:gd name="connsiteX2" fmla="*/ 197612 w 7056306"/>
              <a:gd name="connsiteY2" fmla="*/ 2397746 h 6553841"/>
              <a:gd name="connsiteX3" fmla="*/ 0 w 7056306"/>
              <a:gd name="connsiteY3" fmla="*/ 2193494 h 6553841"/>
              <a:gd name="connsiteX4" fmla="*/ 7056306 w 7056306"/>
              <a:gd name="connsiteY4" fmla="*/ 0 h 6553841"/>
              <a:gd name="connsiteX5" fmla="*/ 7027441 w 7056306"/>
              <a:gd name="connsiteY5" fmla="*/ 3419009 h 6553841"/>
              <a:gd name="connsiteX6" fmla="*/ 4895896 w 7056306"/>
              <a:gd name="connsiteY6" fmla="*/ 6553841 h 6553841"/>
              <a:gd name="connsiteX0" fmla="*/ 4895896 w 7056306"/>
              <a:gd name="connsiteY0" fmla="*/ 6553841 h 6553841"/>
              <a:gd name="connsiteX1" fmla="*/ 4123209 w 7056306"/>
              <a:gd name="connsiteY1" fmla="*/ 6544959 h 6553841"/>
              <a:gd name="connsiteX2" fmla="*/ 91034 w 7056306"/>
              <a:gd name="connsiteY2" fmla="*/ 2442148 h 6553841"/>
              <a:gd name="connsiteX3" fmla="*/ 0 w 7056306"/>
              <a:gd name="connsiteY3" fmla="*/ 2193494 h 6553841"/>
              <a:gd name="connsiteX4" fmla="*/ 7056306 w 7056306"/>
              <a:gd name="connsiteY4" fmla="*/ 0 h 6553841"/>
              <a:gd name="connsiteX5" fmla="*/ 7027441 w 7056306"/>
              <a:gd name="connsiteY5" fmla="*/ 3419009 h 6553841"/>
              <a:gd name="connsiteX6" fmla="*/ 4895896 w 7056306"/>
              <a:gd name="connsiteY6" fmla="*/ 6553841 h 6553841"/>
              <a:gd name="connsiteX0" fmla="*/ 4922142 w 7082552"/>
              <a:gd name="connsiteY0" fmla="*/ 6553841 h 6553841"/>
              <a:gd name="connsiteX1" fmla="*/ 4149455 w 7082552"/>
              <a:gd name="connsiteY1" fmla="*/ 6544959 h 6553841"/>
              <a:gd name="connsiteX2" fmla="*/ 117280 w 7082552"/>
              <a:gd name="connsiteY2" fmla="*/ 2442148 h 6553841"/>
              <a:gd name="connsiteX3" fmla="*/ 26246 w 7082552"/>
              <a:gd name="connsiteY3" fmla="*/ 2193494 h 6553841"/>
              <a:gd name="connsiteX4" fmla="*/ 7082552 w 7082552"/>
              <a:gd name="connsiteY4" fmla="*/ 0 h 6553841"/>
              <a:gd name="connsiteX5" fmla="*/ 7053687 w 7082552"/>
              <a:gd name="connsiteY5" fmla="*/ 3419009 h 6553841"/>
              <a:gd name="connsiteX6" fmla="*/ 4922142 w 7082552"/>
              <a:gd name="connsiteY6" fmla="*/ 6553841 h 6553841"/>
              <a:gd name="connsiteX0" fmla="*/ 4950971 w 7111381"/>
              <a:gd name="connsiteY0" fmla="*/ 6553841 h 6553841"/>
              <a:gd name="connsiteX1" fmla="*/ 4178284 w 7111381"/>
              <a:gd name="connsiteY1" fmla="*/ 6544959 h 6553841"/>
              <a:gd name="connsiteX2" fmla="*/ 146109 w 7111381"/>
              <a:gd name="connsiteY2" fmla="*/ 2442148 h 6553841"/>
              <a:gd name="connsiteX3" fmla="*/ 55075 w 7111381"/>
              <a:gd name="connsiteY3" fmla="*/ 2193494 h 6553841"/>
              <a:gd name="connsiteX4" fmla="*/ 7111381 w 7111381"/>
              <a:gd name="connsiteY4" fmla="*/ 0 h 6553841"/>
              <a:gd name="connsiteX5" fmla="*/ 7082516 w 7111381"/>
              <a:gd name="connsiteY5" fmla="*/ 3419009 h 6553841"/>
              <a:gd name="connsiteX6" fmla="*/ 4950971 w 7111381"/>
              <a:gd name="connsiteY6" fmla="*/ 6553841 h 6553841"/>
              <a:gd name="connsiteX0" fmla="*/ 4963653 w 7124063"/>
              <a:gd name="connsiteY0" fmla="*/ 6553841 h 6553841"/>
              <a:gd name="connsiteX1" fmla="*/ 4190966 w 7124063"/>
              <a:gd name="connsiteY1" fmla="*/ 6544959 h 6553841"/>
              <a:gd name="connsiteX2" fmla="*/ 158791 w 7124063"/>
              <a:gd name="connsiteY2" fmla="*/ 2442148 h 6553841"/>
              <a:gd name="connsiteX3" fmla="*/ 67757 w 7124063"/>
              <a:gd name="connsiteY3" fmla="*/ 2193494 h 6553841"/>
              <a:gd name="connsiteX4" fmla="*/ 7124063 w 7124063"/>
              <a:gd name="connsiteY4" fmla="*/ 0 h 6553841"/>
              <a:gd name="connsiteX5" fmla="*/ 7095198 w 7124063"/>
              <a:gd name="connsiteY5" fmla="*/ 3419009 h 6553841"/>
              <a:gd name="connsiteX6" fmla="*/ 4963653 w 7124063"/>
              <a:gd name="connsiteY6" fmla="*/ 6553841 h 6553841"/>
              <a:gd name="connsiteX0" fmla="*/ 4951680 w 7112090"/>
              <a:gd name="connsiteY0" fmla="*/ 6553841 h 6553841"/>
              <a:gd name="connsiteX1" fmla="*/ 4178993 w 7112090"/>
              <a:gd name="connsiteY1" fmla="*/ 6544959 h 6553841"/>
              <a:gd name="connsiteX2" fmla="*/ 146818 w 7112090"/>
              <a:gd name="connsiteY2" fmla="*/ 2442148 h 6553841"/>
              <a:gd name="connsiteX3" fmla="*/ 78234 w 7112090"/>
              <a:gd name="connsiteY3" fmla="*/ 2187080 h 6553841"/>
              <a:gd name="connsiteX4" fmla="*/ 7112090 w 7112090"/>
              <a:gd name="connsiteY4" fmla="*/ 0 h 6553841"/>
              <a:gd name="connsiteX5" fmla="*/ 7083225 w 7112090"/>
              <a:gd name="connsiteY5" fmla="*/ 3419009 h 6553841"/>
              <a:gd name="connsiteX6" fmla="*/ 4951680 w 7112090"/>
              <a:gd name="connsiteY6" fmla="*/ 6553841 h 6553841"/>
              <a:gd name="connsiteX0" fmla="*/ 4951680 w 7083225"/>
              <a:gd name="connsiteY0" fmla="*/ 6527921 h 6527921"/>
              <a:gd name="connsiteX1" fmla="*/ 4178993 w 7083225"/>
              <a:gd name="connsiteY1" fmla="*/ 6519039 h 6527921"/>
              <a:gd name="connsiteX2" fmla="*/ 146818 w 7083225"/>
              <a:gd name="connsiteY2" fmla="*/ 2416228 h 6527921"/>
              <a:gd name="connsiteX3" fmla="*/ 78234 w 7083225"/>
              <a:gd name="connsiteY3" fmla="*/ 2161160 h 6527921"/>
              <a:gd name="connsiteX4" fmla="*/ 7077534 w 7083225"/>
              <a:gd name="connsiteY4" fmla="*/ 0 h 6527921"/>
              <a:gd name="connsiteX5" fmla="*/ 7083225 w 7083225"/>
              <a:gd name="connsiteY5" fmla="*/ 3393089 h 6527921"/>
              <a:gd name="connsiteX6" fmla="*/ 4951680 w 7083225"/>
              <a:gd name="connsiteY6" fmla="*/ 6527921 h 6527921"/>
              <a:gd name="connsiteX0" fmla="*/ 4996130 w 7083225"/>
              <a:gd name="connsiteY0" fmla="*/ 6521571 h 6521571"/>
              <a:gd name="connsiteX1" fmla="*/ 4178993 w 7083225"/>
              <a:gd name="connsiteY1" fmla="*/ 6519039 h 6521571"/>
              <a:gd name="connsiteX2" fmla="*/ 146818 w 7083225"/>
              <a:gd name="connsiteY2" fmla="*/ 2416228 h 6521571"/>
              <a:gd name="connsiteX3" fmla="*/ 78234 w 7083225"/>
              <a:gd name="connsiteY3" fmla="*/ 2161160 h 6521571"/>
              <a:gd name="connsiteX4" fmla="*/ 7077534 w 7083225"/>
              <a:gd name="connsiteY4" fmla="*/ 0 h 6521571"/>
              <a:gd name="connsiteX5" fmla="*/ 7083225 w 7083225"/>
              <a:gd name="connsiteY5" fmla="*/ 3393089 h 6521571"/>
              <a:gd name="connsiteX6" fmla="*/ 4996130 w 7083225"/>
              <a:gd name="connsiteY6" fmla="*/ 6521571 h 6521571"/>
              <a:gd name="connsiteX0" fmla="*/ 4996130 w 7083225"/>
              <a:gd name="connsiteY0" fmla="*/ 6521571 h 6525389"/>
              <a:gd name="connsiteX1" fmla="*/ 4182168 w 7083225"/>
              <a:gd name="connsiteY1" fmla="*/ 6525389 h 6525389"/>
              <a:gd name="connsiteX2" fmla="*/ 146818 w 7083225"/>
              <a:gd name="connsiteY2" fmla="*/ 2416228 h 6525389"/>
              <a:gd name="connsiteX3" fmla="*/ 78234 w 7083225"/>
              <a:gd name="connsiteY3" fmla="*/ 2161160 h 6525389"/>
              <a:gd name="connsiteX4" fmla="*/ 7077534 w 7083225"/>
              <a:gd name="connsiteY4" fmla="*/ 0 h 6525389"/>
              <a:gd name="connsiteX5" fmla="*/ 7083225 w 7083225"/>
              <a:gd name="connsiteY5" fmla="*/ 3393089 h 6525389"/>
              <a:gd name="connsiteX6" fmla="*/ 4996130 w 7083225"/>
              <a:gd name="connsiteY6" fmla="*/ 6521571 h 6525389"/>
              <a:gd name="connsiteX0" fmla="*/ 4996130 w 7084961"/>
              <a:gd name="connsiteY0" fmla="*/ 6532712 h 6536530"/>
              <a:gd name="connsiteX1" fmla="*/ 4182168 w 7084961"/>
              <a:gd name="connsiteY1" fmla="*/ 6536530 h 6536530"/>
              <a:gd name="connsiteX2" fmla="*/ 146818 w 7084961"/>
              <a:gd name="connsiteY2" fmla="*/ 2427369 h 6536530"/>
              <a:gd name="connsiteX3" fmla="*/ 78234 w 7084961"/>
              <a:gd name="connsiteY3" fmla="*/ 2172301 h 6536530"/>
              <a:gd name="connsiteX4" fmla="*/ 7084961 w 7084961"/>
              <a:gd name="connsiteY4" fmla="*/ 0 h 6536530"/>
              <a:gd name="connsiteX5" fmla="*/ 7083225 w 7084961"/>
              <a:gd name="connsiteY5" fmla="*/ 3404230 h 6536530"/>
              <a:gd name="connsiteX6" fmla="*/ 4996130 w 7084961"/>
              <a:gd name="connsiteY6" fmla="*/ 6532712 h 6536530"/>
              <a:gd name="connsiteX0" fmla="*/ 5013784 w 7084961"/>
              <a:gd name="connsiteY0" fmla="*/ 6536242 h 6536530"/>
              <a:gd name="connsiteX1" fmla="*/ 4182168 w 7084961"/>
              <a:gd name="connsiteY1" fmla="*/ 6536530 h 6536530"/>
              <a:gd name="connsiteX2" fmla="*/ 146818 w 7084961"/>
              <a:gd name="connsiteY2" fmla="*/ 2427369 h 6536530"/>
              <a:gd name="connsiteX3" fmla="*/ 78234 w 7084961"/>
              <a:gd name="connsiteY3" fmla="*/ 2172301 h 6536530"/>
              <a:gd name="connsiteX4" fmla="*/ 7084961 w 7084961"/>
              <a:gd name="connsiteY4" fmla="*/ 0 h 6536530"/>
              <a:gd name="connsiteX5" fmla="*/ 7083225 w 7084961"/>
              <a:gd name="connsiteY5" fmla="*/ 3404230 h 6536530"/>
              <a:gd name="connsiteX6" fmla="*/ 5013784 w 7084961"/>
              <a:gd name="connsiteY6" fmla="*/ 6536242 h 6536530"/>
              <a:gd name="connsiteX0" fmla="*/ 5013784 w 7084961"/>
              <a:gd name="connsiteY0" fmla="*/ 6536242 h 6547121"/>
              <a:gd name="connsiteX1" fmla="*/ 4185699 w 7084961"/>
              <a:gd name="connsiteY1" fmla="*/ 6547121 h 6547121"/>
              <a:gd name="connsiteX2" fmla="*/ 146818 w 7084961"/>
              <a:gd name="connsiteY2" fmla="*/ 2427369 h 6547121"/>
              <a:gd name="connsiteX3" fmla="*/ 78234 w 7084961"/>
              <a:gd name="connsiteY3" fmla="*/ 2172301 h 6547121"/>
              <a:gd name="connsiteX4" fmla="*/ 7084961 w 7084961"/>
              <a:gd name="connsiteY4" fmla="*/ 0 h 6547121"/>
              <a:gd name="connsiteX5" fmla="*/ 7083225 w 7084961"/>
              <a:gd name="connsiteY5" fmla="*/ 3404230 h 6547121"/>
              <a:gd name="connsiteX6" fmla="*/ 5013784 w 7084961"/>
              <a:gd name="connsiteY6" fmla="*/ 6536242 h 6547121"/>
              <a:gd name="connsiteX0" fmla="*/ 5013784 w 7086830"/>
              <a:gd name="connsiteY0" fmla="*/ 6536242 h 6547121"/>
              <a:gd name="connsiteX1" fmla="*/ 4185699 w 7086830"/>
              <a:gd name="connsiteY1" fmla="*/ 6547121 h 6547121"/>
              <a:gd name="connsiteX2" fmla="*/ 146818 w 7086830"/>
              <a:gd name="connsiteY2" fmla="*/ 2427369 h 6547121"/>
              <a:gd name="connsiteX3" fmla="*/ 78234 w 7086830"/>
              <a:gd name="connsiteY3" fmla="*/ 2172301 h 6547121"/>
              <a:gd name="connsiteX4" fmla="*/ 7084961 w 7086830"/>
              <a:gd name="connsiteY4" fmla="*/ 0 h 6547121"/>
              <a:gd name="connsiteX5" fmla="*/ 7086755 w 7086830"/>
              <a:gd name="connsiteY5" fmla="*/ 3425413 h 6547121"/>
              <a:gd name="connsiteX6" fmla="*/ 5013784 w 7086830"/>
              <a:gd name="connsiteY6" fmla="*/ 6536242 h 6547121"/>
              <a:gd name="connsiteX0" fmla="*/ 5013784 w 7099083"/>
              <a:gd name="connsiteY0" fmla="*/ 6543303 h 6554182"/>
              <a:gd name="connsiteX1" fmla="*/ 4185699 w 7099083"/>
              <a:gd name="connsiteY1" fmla="*/ 6554182 h 6554182"/>
              <a:gd name="connsiteX2" fmla="*/ 146818 w 7099083"/>
              <a:gd name="connsiteY2" fmla="*/ 2434430 h 6554182"/>
              <a:gd name="connsiteX3" fmla="*/ 78234 w 7099083"/>
              <a:gd name="connsiteY3" fmla="*/ 2179362 h 6554182"/>
              <a:gd name="connsiteX4" fmla="*/ 7099083 w 7099083"/>
              <a:gd name="connsiteY4" fmla="*/ 0 h 6554182"/>
              <a:gd name="connsiteX5" fmla="*/ 7086755 w 7099083"/>
              <a:gd name="connsiteY5" fmla="*/ 3432474 h 6554182"/>
              <a:gd name="connsiteX6" fmla="*/ 5013784 w 7099083"/>
              <a:gd name="connsiteY6" fmla="*/ 6543303 h 6554182"/>
              <a:gd name="connsiteX0" fmla="*/ 4996305 w 7081604"/>
              <a:gd name="connsiteY0" fmla="*/ 6543303 h 6554182"/>
              <a:gd name="connsiteX1" fmla="*/ 4168220 w 7081604"/>
              <a:gd name="connsiteY1" fmla="*/ 6554182 h 6554182"/>
              <a:gd name="connsiteX2" fmla="*/ 129339 w 7081604"/>
              <a:gd name="connsiteY2" fmla="*/ 2434430 h 6554182"/>
              <a:gd name="connsiteX3" fmla="*/ 98856 w 7081604"/>
              <a:gd name="connsiteY3" fmla="*/ 2169837 h 6554182"/>
              <a:gd name="connsiteX4" fmla="*/ 7081604 w 7081604"/>
              <a:gd name="connsiteY4" fmla="*/ 0 h 6554182"/>
              <a:gd name="connsiteX5" fmla="*/ 7069276 w 7081604"/>
              <a:gd name="connsiteY5" fmla="*/ 3432474 h 6554182"/>
              <a:gd name="connsiteX6" fmla="*/ 4996305 w 7081604"/>
              <a:gd name="connsiteY6" fmla="*/ 6543303 h 6554182"/>
              <a:gd name="connsiteX0" fmla="*/ 4989581 w 7081604"/>
              <a:gd name="connsiteY0" fmla="*/ 6553388 h 6554182"/>
              <a:gd name="connsiteX1" fmla="*/ 4168220 w 7081604"/>
              <a:gd name="connsiteY1" fmla="*/ 6554182 h 6554182"/>
              <a:gd name="connsiteX2" fmla="*/ 129339 w 7081604"/>
              <a:gd name="connsiteY2" fmla="*/ 2434430 h 6554182"/>
              <a:gd name="connsiteX3" fmla="*/ 98856 w 7081604"/>
              <a:gd name="connsiteY3" fmla="*/ 2169837 h 6554182"/>
              <a:gd name="connsiteX4" fmla="*/ 7081604 w 7081604"/>
              <a:gd name="connsiteY4" fmla="*/ 0 h 6554182"/>
              <a:gd name="connsiteX5" fmla="*/ 7069276 w 7081604"/>
              <a:gd name="connsiteY5" fmla="*/ 3432474 h 6554182"/>
              <a:gd name="connsiteX6" fmla="*/ 4989581 w 7081604"/>
              <a:gd name="connsiteY6" fmla="*/ 6553388 h 6554182"/>
              <a:gd name="connsiteX0" fmla="*/ 5006391 w 7081604"/>
              <a:gd name="connsiteY0" fmla="*/ 6556750 h 6556750"/>
              <a:gd name="connsiteX1" fmla="*/ 4168220 w 7081604"/>
              <a:gd name="connsiteY1" fmla="*/ 6554182 h 6556750"/>
              <a:gd name="connsiteX2" fmla="*/ 129339 w 7081604"/>
              <a:gd name="connsiteY2" fmla="*/ 2434430 h 6556750"/>
              <a:gd name="connsiteX3" fmla="*/ 98856 w 7081604"/>
              <a:gd name="connsiteY3" fmla="*/ 2169837 h 6556750"/>
              <a:gd name="connsiteX4" fmla="*/ 7081604 w 7081604"/>
              <a:gd name="connsiteY4" fmla="*/ 0 h 6556750"/>
              <a:gd name="connsiteX5" fmla="*/ 7069276 w 7081604"/>
              <a:gd name="connsiteY5" fmla="*/ 3432474 h 6556750"/>
              <a:gd name="connsiteX6" fmla="*/ 5006391 w 7081604"/>
              <a:gd name="connsiteY6" fmla="*/ 6556750 h 6556750"/>
              <a:gd name="connsiteX0" fmla="*/ 5006391 w 7092829"/>
              <a:gd name="connsiteY0" fmla="*/ 6556750 h 6556750"/>
              <a:gd name="connsiteX1" fmla="*/ 4168220 w 7092829"/>
              <a:gd name="connsiteY1" fmla="*/ 6554182 h 6556750"/>
              <a:gd name="connsiteX2" fmla="*/ 129339 w 7092829"/>
              <a:gd name="connsiteY2" fmla="*/ 2434430 h 6556750"/>
              <a:gd name="connsiteX3" fmla="*/ 98856 w 7092829"/>
              <a:gd name="connsiteY3" fmla="*/ 2169837 h 6556750"/>
              <a:gd name="connsiteX4" fmla="*/ 7081604 w 7092829"/>
              <a:gd name="connsiteY4" fmla="*/ 0 h 6556750"/>
              <a:gd name="connsiteX5" fmla="*/ 7092810 w 7092829"/>
              <a:gd name="connsiteY5" fmla="*/ 3405580 h 6556750"/>
              <a:gd name="connsiteX6" fmla="*/ 5006391 w 7092829"/>
              <a:gd name="connsiteY6" fmla="*/ 6556750 h 6556750"/>
              <a:gd name="connsiteX0" fmla="*/ 5006391 w 7095052"/>
              <a:gd name="connsiteY0" fmla="*/ 6560112 h 6560112"/>
              <a:gd name="connsiteX1" fmla="*/ 4168220 w 7095052"/>
              <a:gd name="connsiteY1" fmla="*/ 6557544 h 6560112"/>
              <a:gd name="connsiteX2" fmla="*/ 129339 w 7095052"/>
              <a:gd name="connsiteY2" fmla="*/ 2437792 h 6560112"/>
              <a:gd name="connsiteX3" fmla="*/ 98856 w 7095052"/>
              <a:gd name="connsiteY3" fmla="*/ 2173199 h 6560112"/>
              <a:gd name="connsiteX4" fmla="*/ 7095052 w 7095052"/>
              <a:gd name="connsiteY4" fmla="*/ 0 h 6560112"/>
              <a:gd name="connsiteX5" fmla="*/ 7092810 w 7095052"/>
              <a:gd name="connsiteY5" fmla="*/ 3408942 h 6560112"/>
              <a:gd name="connsiteX6" fmla="*/ 5006391 w 7095052"/>
              <a:gd name="connsiteY6" fmla="*/ 6560112 h 6560112"/>
              <a:gd name="connsiteX0" fmla="*/ 5006391 w 7095052"/>
              <a:gd name="connsiteY0" fmla="*/ 6560112 h 6560112"/>
              <a:gd name="connsiteX1" fmla="*/ 3149235 w 7095052"/>
              <a:gd name="connsiteY1" fmla="*/ 5693824 h 6560112"/>
              <a:gd name="connsiteX2" fmla="*/ 129339 w 7095052"/>
              <a:gd name="connsiteY2" fmla="*/ 2437792 h 6560112"/>
              <a:gd name="connsiteX3" fmla="*/ 98856 w 7095052"/>
              <a:gd name="connsiteY3" fmla="*/ 2173199 h 6560112"/>
              <a:gd name="connsiteX4" fmla="*/ 7095052 w 7095052"/>
              <a:gd name="connsiteY4" fmla="*/ 0 h 6560112"/>
              <a:gd name="connsiteX5" fmla="*/ 7092810 w 7095052"/>
              <a:gd name="connsiteY5" fmla="*/ 3408942 h 6560112"/>
              <a:gd name="connsiteX6" fmla="*/ 5006391 w 7095052"/>
              <a:gd name="connsiteY6" fmla="*/ 6560112 h 6560112"/>
              <a:gd name="connsiteX0" fmla="*/ 3384712 w 7095052"/>
              <a:gd name="connsiteY0" fmla="*/ 5702607 h 5702607"/>
              <a:gd name="connsiteX1" fmla="*/ 3149235 w 7095052"/>
              <a:gd name="connsiteY1" fmla="*/ 5693824 h 5702607"/>
              <a:gd name="connsiteX2" fmla="*/ 129339 w 7095052"/>
              <a:gd name="connsiteY2" fmla="*/ 2437792 h 5702607"/>
              <a:gd name="connsiteX3" fmla="*/ 98856 w 7095052"/>
              <a:gd name="connsiteY3" fmla="*/ 2173199 h 5702607"/>
              <a:gd name="connsiteX4" fmla="*/ 7095052 w 7095052"/>
              <a:gd name="connsiteY4" fmla="*/ 0 h 5702607"/>
              <a:gd name="connsiteX5" fmla="*/ 7092810 w 7095052"/>
              <a:gd name="connsiteY5" fmla="*/ 3408942 h 5702607"/>
              <a:gd name="connsiteX6" fmla="*/ 3384712 w 7095052"/>
              <a:gd name="connsiteY6" fmla="*/ 5702607 h 5702607"/>
              <a:gd name="connsiteX0" fmla="*/ 3384712 w 7092810"/>
              <a:gd name="connsiteY0" fmla="*/ 5652896 h 5652896"/>
              <a:gd name="connsiteX1" fmla="*/ 3149235 w 7092810"/>
              <a:gd name="connsiteY1" fmla="*/ 5644113 h 5652896"/>
              <a:gd name="connsiteX2" fmla="*/ 129339 w 7092810"/>
              <a:gd name="connsiteY2" fmla="*/ 2388081 h 5652896"/>
              <a:gd name="connsiteX3" fmla="*/ 98856 w 7092810"/>
              <a:gd name="connsiteY3" fmla="*/ 2123488 h 5652896"/>
              <a:gd name="connsiteX4" fmla="*/ 6629053 w 7092810"/>
              <a:gd name="connsiteY4" fmla="*/ 0 h 5652896"/>
              <a:gd name="connsiteX5" fmla="*/ 7092810 w 7092810"/>
              <a:gd name="connsiteY5" fmla="*/ 3359231 h 5652896"/>
              <a:gd name="connsiteX6" fmla="*/ 3384712 w 7092810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334785 w 6629053"/>
              <a:gd name="connsiteY5" fmla="*/ 3458652 h 5652896"/>
              <a:gd name="connsiteX6" fmla="*/ 3384712 w 6629053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160811 w 6629053"/>
              <a:gd name="connsiteY5" fmla="*/ 3123106 h 5652896"/>
              <a:gd name="connsiteX6" fmla="*/ 3384712 w 6629053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378278 w 6629053"/>
              <a:gd name="connsiteY5" fmla="*/ 2060544 h 5652896"/>
              <a:gd name="connsiteX6" fmla="*/ 3384712 w 6629053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508758 w 6629053"/>
              <a:gd name="connsiteY5" fmla="*/ 1898985 h 5652896"/>
              <a:gd name="connsiteX6" fmla="*/ 3384712 w 6629053"/>
              <a:gd name="connsiteY6" fmla="*/ 5652896 h 5652896"/>
              <a:gd name="connsiteX0" fmla="*/ 3384712 w 6523426"/>
              <a:gd name="connsiteY0" fmla="*/ 5609400 h 5609400"/>
              <a:gd name="connsiteX1" fmla="*/ 3149235 w 6523426"/>
              <a:gd name="connsiteY1" fmla="*/ 5600617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6508758 w 6523426"/>
              <a:gd name="connsiteY5" fmla="*/ 1855489 h 5609400"/>
              <a:gd name="connsiteX6" fmla="*/ 3384712 w 6523426"/>
              <a:gd name="connsiteY6" fmla="*/ 5609400 h 5609400"/>
              <a:gd name="connsiteX0" fmla="*/ 3384712 w 6523426"/>
              <a:gd name="connsiteY0" fmla="*/ 5609400 h 5609400"/>
              <a:gd name="connsiteX1" fmla="*/ 3118168 w 6523426"/>
              <a:gd name="connsiteY1" fmla="*/ 5594404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6508758 w 6523426"/>
              <a:gd name="connsiteY5" fmla="*/ 1855489 h 5609400"/>
              <a:gd name="connsiteX6" fmla="*/ 3384712 w 6523426"/>
              <a:gd name="connsiteY6" fmla="*/ 5609400 h 5609400"/>
              <a:gd name="connsiteX0" fmla="*/ 3384712 w 6523426"/>
              <a:gd name="connsiteY0" fmla="*/ 5609400 h 5609400"/>
              <a:gd name="connsiteX1" fmla="*/ 3118168 w 6523426"/>
              <a:gd name="connsiteY1" fmla="*/ 5594404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6508758 w 6523426"/>
              <a:gd name="connsiteY5" fmla="*/ 1855489 h 5609400"/>
              <a:gd name="connsiteX6" fmla="*/ 3384712 w 6523426"/>
              <a:gd name="connsiteY6" fmla="*/ 5609400 h 5609400"/>
              <a:gd name="connsiteX0" fmla="*/ 3384712 w 6523426"/>
              <a:gd name="connsiteY0" fmla="*/ 5609400 h 5609400"/>
              <a:gd name="connsiteX1" fmla="*/ 3118168 w 6523426"/>
              <a:gd name="connsiteY1" fmla="*/ 5594404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5931176 w 6523426"/>
              <a:gd name="connsiteY5" fmla="*/ 2555863 h 5609400"/>
              <a:gd name="connsiteX6" fmla="*/ 3384712 w 6523426"/>
              <a:gd name="connsiteY6" fmla="*/ 5609400 h 5609400"/>
              <a:gd name="connsiteX0" fmla="*/ 3384712 w 5931191"/>
              <a:gd name="connsiteY0" fmla="*/ 5421672 h 5421672"/>
              <a:gd name="connsiteX1" fmla="*/ 3118168 w 5931191"/>
              <a:gd name="connsiteY1" fmla="*/ 5406676 h 5421672"/>
              <a:gd name="connsiteX2" fmla="*/ 129339 w 5931191"/>
              <a:gd name="connsiteY2" fmla="*/ 2156857 h 5421672"/>
              <a:gd name="connsiteX3" fmla="*/ 98856 w 5931191"/>
              <a:gd name="connsiteY3" fmla="*/ 1892264 h 5421672"/>
              <a:gd name="connsiteX4" fmla="*/ 5916965 w 5931191"/>
              <a:gd name="connsiteY4" fmla="*/ 0 h 5421672"/>
              <a:gd name="connsiteX5" fmla="*/ 5931176 w 5931191"/>
              <a:gd name="connsiteY5" fmla="*/ 2368135 h 5421672"/>
              <a:gd name="connsiteX6" fmla="*/ 3384712 w 5931191"/>
              <a:gd name="connsiteY6" fmla="*/ 5421672 h 5421672"/>
              <a:gd name="connsiteX0" fmla="*/ 3384712 w 5931205"/>
              <a:gd name="connsiteY0" fmla="*/ 5421672 h 5421672"/>
              <a:gd name="connsiteX1" fmla="*/ 3118168 w 5931205"/>
              <a:gd name="connsiteY1" fmla="*/ 5406676 h 5421672"/>
              <a:gd name="connsiteX2" fmla="*/ 129339 w 5931205"/>
              <a:gd name="connsiteY2" fmla="*/ 2156857 h 5421672"/>
              <a:gd name="connsiteX3" fmla="*/ 98856 w 5931205"/>
              <a:gd name="connsiteY3" fmla="*/ 1892264 h 5421672"/>
              <a:gd name="connsiteX4" fmla="*/ 5916965 w 5931205"/>
              <a:gd name="connsiteY4" fmla="*/ 0 h 5421672"/>
              <a:gd name="connsiteX5" fmla="*/ 5931176 w 5931205"/>
              <a:gd name="connsiteY5" fmla="*/ 2368135 h 5421672"/>
              <a:gd name="connsiteX6" fmla="*/ 3384712 w 5931205"/>
              <a:gd name="connsiteY6" fmla="*/ 5421672 h 5421672"/>
              <a:gd name="connsiteX0" fmla="*/ 3384712 w 5931205"/>
              <a:gd name="connsiteY0" fmla="*/ 5421672 h 5427214"/>
              <a:gd name="connsiteX1" fmla="*/ 3130492 w 5931205"/>
              <a:gd name="connsiteY1" fmla="*/ 5427214 h 5427214"/>
              <a:gd name="connsiteX2" fmla="*/ 129339 w 5931205"/>
              <a:gd name="connsiteY2" fmla="*/ 2156857 h 5427214"/>
              <a:gd name="connsiteX3" fmla="*/ 98856 w 5931205"/>
              <a:gd name="connsiteY3" fmla="*/ 1892264 h 5427214"/>
              <a:gd name="connsiteX4" fmla="*/ 5916965 w 5931205"/>
              <a:gd name="connsiteY4" fmla="*/ 0 h 5427214"/>
              <a:gd name="connsiteX5" fmla="*/ 5931176 w 5931205"/>
              <a:gd name="connsiteY5" fmla="*/ 2368135 h 5427214"/>
              <a:gd name="connsiteX6" fmla="*/ 3384712 w 5931205"/>
              <a:gd name="connsiteY6" fmla="*/ 5421672 h 5427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31205" h="5427214">
                <a:moveTo>
                  <a:pt x="3384712" y="5421672"/>
                </a:moveTo>
                <a:lnTo>
                  <a:pt x="3130492" y="5427214"/>
                </a:lnTo>
                <a:cubicBezTo>
                  <a:pt x="1809052" y="4010467"/>
                  <a:pt x="1475633" y="3530108"/>
                  <a:pt x="129339" y="2156857"/>
                </a:cubicBezTo>
                <a:cubicBezTo>
                  <a:pt x="-87432" y="1945812"/>
                  <a:pt x="15569" y="1932016"/>
                  <a:pt x="98856" y="1892264"/>
                </a:cubicBezTo>
                <a:lnTo>
                  <a:pt x="5916965" y="0"/>
                </a:lnTo>
                <a:cubicBezTo>
                  <a:pt x="5923606" y="1091421"/>
                  <a:pt x="5931755" y="1233392"/>
                  <a:pt x="5931176" y="2368135"/>
                </a:cubicBezTo>
                <a:lnTo>
                  <a:pt x="3384712" y="5421672"/>
                </a:lnTo>
                <a:close/>
              </a:path>
            </a:pathLst>
          </a:custGeom>
          <a:blipFill dpi="0" rotWithShape="1"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4720876-3CA7-744D-A10D-DA2A0D62BA9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0000" y="360000"/>
            <a:ext cx="18288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933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IA_SectionRe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AF6B96-A12F-1945-8D91-2097D3B33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CDD162A-821F-1945-842E-1D5AE800FF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b="65181"/>
          <a:stretch/>
        </p:blipFill>
        <p:spPr>
          <a:xfrm>
            <a:off x="0" y="2176042"/>
            <a:ext cx="12192000" cy="4698000"/>
          </a:xfrm>
          <a:prstGeom prst="rect">
            <a:avLst/>
          </a:prstGeom>
        </p:spPr>
      </p:pic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298D650-E8F3-4545-ABF5-903E2FF5D0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9999" y="1980000"/>
            <a:ext cx="5040000" cy="1800000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>
              <a:lnSpc>
                <a:spcPct val="80000"/>
              </a:lnSpc>
              <a:defRPr sz="48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Section </a:t>
            </a:r>
            <a:br>
              <a:rPr lang="en-US" dirty="0"/>
            </a:br>
            <a:r>
              <a:rPr lang="en-US" dirty="0"/>
              <a:t>header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8E0E0F3-5DCB-3A49-8070-D9496897D82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0000" y="360000"/>
            <a:ext cx="18288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0601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IA_blank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21E97CF3-1B2B-3C4F-B98D-C24E6E08FC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004" t="5114" r="34651" b="24263"/>
          <a:stretch/>
        </p:blipFill>
        <p:spPr>
          <a:xfrm>
            <a:off x="10178106" y="4184921"/>
            <a:ext cx="2021388" cy="2673079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283C79D-02B2-7C4C-ACCB-2BC606AA32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3600000" cy="2916793"/>
          </a:xfrm>
        </p:spPr>
        <p:txBody>
          <a:bodyPr>
            <a:noAutofit/>
          </a:bodyPr>
          <a:lstStyle>
            <a:lvl1pPr marL="2857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1pPr>
            <a:lvl2pPr marL="7429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2pPr>
            <a:lvl3pPr marL="11430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3pPr>
            <a:lvl4pPr marL="16002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4pPr>
            <a:lvl5pPr marL="20574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B6DAD27A-8F08-5A49-AF70-761746D02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8A41853-EF22-D446-BDBC-A7CF3FE9350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5F38DE-1350-2D4C-B6FB-3A271A28F85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37200" y="1800000"/>
            <a:ext cx="3600000" cy="2916793"/>
          </a:xfrm>
        </p:spPr>
        <p:txBody>
          <a:bodyPr>
            <a:noAutofit/>
          </a:bodyPr>
          <a:lstStyle>
            <a:lvl1pPr marL="2857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1pPr>
            <a:lvl2pPr marL="7429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2pPr>
            <a:lvl3pPr marL="11430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3pPr>
            <a:lvl4pPr marL="16002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4pPr>
            <a:lvl5pPr marL="20574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F80291D-9E0D-4F4E-B07E-13D3B4C230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540000"/>
            <a:ext cx="11160000" cy="1338676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ts val="3200"/>
              </a:lnSpc>
              <a:defRPr sz="3600">
                <a:solidFill>
                  <a:srgbClr val="333D47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Headline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3BE3CB4-AD8C-5A4B-A57E-EC5458BD22F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60000" y="5792400"/>
            <a:ext cx="6350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909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11" Type="http://schemas.openxmlformats.org/officeDocument/2006/relationships/image" Target="../media/image7.png"/><Relationship Id="rId5" Type="http://schemas.openxmlformats.org/officeDocument/2006/relationships/image" Target="../media/image1.png"/><Relationship Id="rId10" Type="http://schemas.openxmlformats.org/officeDocument/2006/relationships/image" Target="../media/image6.svg"/><Relationship Id="rId4" Type="http://schemas.openxmlformats.org/officeDocument/2006/relationships/theme" Target="../theme/theme1.xml"/><Relationship Id="rId9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76106E65-026A-4C46-AFB0-85C3E784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540000"/>
            <a:ext cx="11472000" cy="10212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Click to edit master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707E24A-2FF5-4246-BEF6-082A611180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800000"/>
            <a:ext cx="11472000" cy="33641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7F45575-B773-1649-9EFE-1C08EEFD46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8A41853-EF22-D446-BDBC-A7CF3FE9350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FEDD73-913A-A14E-9158-0586EE3B58B5}"/>
              </a:ext>
            </a:extLst>
          </p:cNvPr>
          <p:cNvSpPr txBox="1"/>
          <p:nvPr userDrawn="1"/>
        </p:nvSpPr>
        <p:spPr>
          <a:xfrm>
            <a:off x="72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noAutofit/>
          </a:bodyPr>
          <a:lstStyle/>
          <a:p>
            <a:r>
              <a:rPr lang="en-GB" sz="800" b="0" i="0" dirty="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</a:t>
            </a:r>
            <a:endParaRPr 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Rectangle 9">
            <a:extLst>
              <a:ext uri="{FF2B5EF4-FFF2-40B4-BE49-F238E27FC236}">
                <a16:creationId xmlns:a16="http://schemas.microsoft.com/office/drawing/2014/main" id="{E0203ACC-1921-3649-A2D8-9E4ECC5D23B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2626840" y="1353662"/>
            <a:ext cx="1844675" cy="801569"/>
          </a:xfrm>
          <a:prstGeom prst="rect">
            <a:avLst/>
          </a:prstGeom>
          <a:solidFill>
            <a:srgbClr val="333D47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CHARCOAL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R51 G61 B71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ectangle 7">
            <a:extLst>
              <a:ext uri="{FF2B5EF4-FFF2-40B4-BE49-F238E27FC236}">
                <a16:creationId xmlns:a16="http://schemas.microsoft.com/office/drawing/2014/main" id="{3EE7A4A7-B933-B24E-AC2D-C118217EFEB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2614697" y="407231"/>
            <a:ext cx="1821348" cy="806397"/>
          </a:xfrm>
          <a:prstGeom prst="rect">
            <a:avLst/>
          </a:prstGeom>
          <a:solidFill>
            <a:srgbClr val="D3114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RED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G17 B69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57F8F61-AACF-4D43-A48E-73FD89E9FAC0}"/>
              </a:ext>
            </a:extLst>
          </p:cNvPr>
          <p:cNvSpPr txBox="1"/>
          <p:nvPr userDrawn="1"/>
        </p:nvSpPr>
        <p:spPr>
          <a:xfrm>
            <a:off x="-2942426" y="376236"/>
            <a:ext cx="259484" cy="1937287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 COLOURS</a:t>
            </a:r>
          </a:p>
        </p:txBody>
      </p:sp>
      <p:sp>
        <p:nvSpPr>
          <p:cNvPr id="67" name="Rectangle 9">
            <a:extLst>
              <a:ext uri="{FF2B5EF4-FFF2-40B4-BE49-F238E27FC236}">
                <a16:creationId xmlns:a16="http://schemas.microsoft.com/office/drawing/2014/main" id="{6E16C6D7-5D67-3F48-9BAD-5211CB2770D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7303" y="5798524"/>
            <a:ext cx="1487670" cy="646439"/>
          </a:xfrm>
          <a:prstGeom prst="rect">
            <a:avLst/>
          </a:prstGeom>
          <a:solidFill>
            <a:schemeClr val="bg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WARM GREY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G202 B195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Rectangle 9">
            <a:extLst>
              <a:ext uri="{FF2B5EF4-FFF2-40B4-BE49-F238E27FC236}">
                <a16:creationId xmlns:a16="http://schemas.microsoft.com/office/drawing/2014/main" id="{30414EC1-704C-FF47-9611-AD4C8B879B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1877530"/>
            <a:ext cx="1487670" cy="646439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 ORANGE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G117 B77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EDC2E1-B0F0-2B4D-8CFB-F684F18144D9}"/>
              </a:ext>
            </a:extLst>
          </p:cNvPr>
          <p:cNvSpPr txBox="1"/>
          <p:nvPr userDrawn="1"/>
        </p:nvSpPr>
        <p:spPr>
          <a:xfrm>
            <a:off x="-4910208" y="379515"/>
            <a:ext cx="314328" cy="3271299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SUPPORTING COLOURS</a:t>
            </a:r>
          </a:p>
        </p:txBody>
      </p:sp>
      <p:sp>
        <p:nvSpPr>
          <p:cNvPr id="70" name="Rectangle 9">
            <a:extLst>
              <a:ext uri="{FF2B5EF4-FFF2-40B4-BE49-F238E27FC236}">
                <a16:creationId xmlns:a16="http://schemas.microsoft.com/office/drawing/2014/main" id="{32D26DB1-D22B-0146-BEE0-26A6F12347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2663784"/>
            <a:ext cx="1487670" cy="646439"/>
          </a:xfrm>
          <a:prstGeom prst="rect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YELLOW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R247 G201 B38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Rectangle 9">
            <a:extLst>
              <a:ext uri="{FF2B5EF4-FFF2-40B4-BE49-F238E27FC236}">
                <a16:creationId xmlns:a16="http://schemas.microsoft.com/office/drawing/2014/main" id="{38917B89-6ECF-F74A-9BA2-E9FCB7C72D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4266004"/>
            <a:ext cx="1487670" cy="646439"/>
          </a:xfrm>
          <a:prstGeom prst="rect">
            <a:avLst/>
          </a:prstGeom>
          <a:solidFill>
            <a:schemeClr val="accent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LAVENDER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R161 G153 B186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Rectangle 9">
            <a:extLst>
              <a:ext uri="{FF2B5EF4-FFF2-40B4-BE49-F238E27FC236}">
                <a16:creationId xmlns:a16="http://schemas.microsoft.com/office/drawing/2014/main" id="{A835CB3C-C322-B743-8984-3B3E27A039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5052258"/>
            <a:ext cx="1487670" cy="64643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BLUE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R31 G120 B173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Rectangle 9">
            <a:extLst>
              <a:ext uri="{FF2B5EF4-FFF2-40B4-BE49-F238E27FC236}">
                <a16:creationId xmlns:a16="http://schemas.microsoft.com/office/drawing/2014/main" id="{0EB3A011-77AD-EE4C-BB9E-688A1F0E49B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1125046"/>
            <a:ext cx="1487670" cy="646439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CERISE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R186 G3 B97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Rectangle 9">
            <a:extLst>
              <a:ext uri="{FF2B5EF4-FFF2-40B4-BE49-F238E27FC236}">
                <a16:creationId xmlns:a16="http://schemas.microsoft.com/office/drawing/2014/main" id="{402466E5-EFAB-0E4A-B977-56C6D30093B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3449154"/>
            <a:ext cx="1487670" cy="646439"/>
          </a:xfrm>
          <a:prstGeom prst="rect">
            <a:avLst/>
          </a:prstGeom>
          <a:solidFill>
            <a:schemeClr val="accent6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PURPLE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R76 G71 B148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tangle 9">
            <a:extLst>
              <a:ext uri="{FF2B5EF4-FFF2-40B4-BE49-F238E27FC236}">
                <a16:creationId xmlns:a16="http://schemas.microsoft.com/office/drawing/2014/main" id="{F469A4F2-3792-2E49-8B38-6AFC638127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373206"/>
            <a:ext cx="1487670" cy="646439"/>
          </a:xfrm>
          <a:prstGeom prst="rect">
            <a:avLst/>
          </a:prstGeom>
          <a:solidFill>
            <a:srgbClr val="FF7A8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SALMON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G122 B133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0DFD5F1-7ED6-7A4F-A85D-AC9239B9A9E4}"/>
              </a:ext>
            </a:extLst>
          </p:cNvPr>
          <p:cNvGrpSpPr/>
          <p:nvPr userDrawn="1"/>
        </p:nvGrpSpPr>
        <p:grpSpPr>
          <a:xfrm>
            <a:off x="-4617304" y="796253"/>
            <a:ext cx="1494303" cy="224029"/>
            <a:chOff x="5716131" y="796253"/>
            <a:chExt cx="995522" cy="224029"/>
          </a:xfrm>
        </p:grpSpPr>
        <p:sp>
          <p:nvSpPr>
            <p:cNvPr id="77" name="Rectangle 19">
              <a:extLst>
                <a:ext uri="{FF2B5EF4-FFF2-40B4-BE49-F238E27FC236}">
                  <a16:creationId xmlns:a16="http://schemas.microsoft.com/office/drawing/2014/main" id="{69707F44-6BC5-024E-87D0-3237CAF966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78" name="Rectangle 20">
              <a:extLst>
                <a:ext uri="{FF2B5EF4-FFF2-40B4-BE49-F238E27FC236}">
                  <a16:creationId xmlns:a16="http://schemas.microsoft.com/office/drawing/2014/main" id="{D0D916EB-9F54-2F4B-BDD0-F877343549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E6BDFF9-62CE-8349-B945-5E4093758751}"/>
              </a:ext>
            </a:extLst>
          </p:cNvPr>
          <p:cNvGrpSpPr/>
          <p:nvPr userDrawn="1"/>
        </p:nvGrpSpPr>
        <p:grpSpPr>
          <a:xfrm>
            <a:off x="-2626840" y="1878230"/>
            <a:ext cx="1844675" cy="277791"/>
            <a:chOff x="2606261" y="3143449"/>
            <a:chExt cx="2458017" cy="277791"/>
          </a:xfrm>
        </p:grpSpPr>
        <p:sp>
          <p:nvSpPr>
            <p:cNvPr id="80" name="Rectangle 19">
              <a:extLst>
                <a:ext uri="{FF2B5EF4-FFF2-40B4-BE49-F238E27FC236}">
                  <a16:creationId xmlns:a16="http://schemas.microsoft.com/office/drawing/2014/main" id="{914B8044-F95A-A74A-BC30-F3A5C9B45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1" name="Rectangle 20">
              <a:extLst>
                <a:ext uri="{FF2B5EF4-FFF2-40B4-BE49-F238E27FC236}">
                  <a16:creationId xmlns:a16="http://schemas.microsoft.com/office/drawing/2014/main" id="{DCFFAD6D-DAE4-824F-BF41-EE5D85829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2" name="Rectangle 22">
              <a:extLst>
                <a:ext uri="{FF2B5EF4-FFF2-40B4-BE49-F238E27FC236}">
                  <a16:creationId xmlns:a16="http://schemas.microsoft.com/office/drawing/2014/main" id="{B42DD97E-811A-2B47-918D-7C0F00110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3" name="Rectangle 19">
              <a:extLst>
                <a:ext uri="{FF2B5EF4-FFF2-40B4-BE49-F238E27FC236}">
                  <a16:creationId xmlns:a16="http://schemas.microsoft.com/office/drawing/2014/main" id="{3D37BE17-9C0A-E749-A606-9BC8E7CE3C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29FDAA7-EDA4-E344-BCAC-7F6CCDECD451}"/>
              </a:ext>
            </a:extLst>
          </p:cNvPr>
          <p:cNvGrpSpPr/>
          <p:nvPr userDrawn="1"/>
        </p:nvGrpSpPr>
        <p:grpSpPr>
          <a:xfrm>
            <a:off x="-2626840" y="957107"/>
            <a:ext cx="1844675" cy="277791"/>
            <a:chOff x="2606261" y="3143449"/>
            <a:chExt cx="2458017" cy="277791"/>
          </a:xfrm>
        </p:grpSpPr>
        <p:sp>
          <p:nvSpPr>
            <p:cNvPr id="85" name="Rectangle 19">
              <a:extLst>
                <a:ext uri="{FF2B5EF4-FFF2-40B4-BE49-F238E27FC236}">
                  <a16:creationId xmlns:a16="http://schemas.microsoft.com/office/drawing/2014/main" id="{322E5F21-86AC-9847-9EAE-BB1715E938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6" name="Rectangle 20">
              <a:extLst>
                <a:ext uri="{FF2B5EF4-FFF2-40B4-BE49-F238E27FC236}">
                  <a16:creationId xmlns:a16="http://schemas.microsoft.com/office/drawing/2014/main" id="{6F019A4D-1606-E749-A834-546B40C5FC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7" name="Rectangle 22">
              <a:extLst>
                <a:ext uri="{FF2B5EF4-FFF2-40B4-BE49-F238E27FC236}">
                  <a16:creationId xmlns:a16="http://schemas.microsoft.com/office/drawing/2014/main" id="{7308B2FC-69DD-954E-8980-2EC3AA1D7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8" name="Rectangle 19">
              <a:extLst>
                <a:ext uri="{FF2B5EF4-FFF2-40B4-BE49-F238E27FC236}">
                  <a16:creationId xmlns:a16="http://schemas.microsoft.com/office/drawing/2014/main" id="{74AC479E-3F57-E644-A3C7-97D4AB45AD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E533266-6387-9B46-8624-65A0D9D79FF0}"/>
              </a:ext>
            </a:extLst>
          </p:cNvPr>
          <p:cNvGrpSpPr/>
          <p:nvPr userDrawn="1"/>
        </p:nvGrpSpPr>
        <p:grpSpPr>
          <a:xfrm>
            <a:off x="-4617304" y="1549288"/>
            <a:ext cx="1494303" cy="224029"/>
            <a:chOff x="5716131" y="796253"/>
            <a:chExt cx="995522" cy="224029"/>
          </a:xfrm>
        </p:grpSpPr>
        <p:sp>
          <p:nvSpPr>
            <p:cNvPr id="90" name="Rectangle 19">
              <a:extLst>
                <a:ext uri="{FF2B5EF4-FFF2-40B4-BE49-F238E27FC236}">
                  <a16:creationId xmlns:a16="http://schemas.microsoft.com/office/drawing/2014/main" id="{BB7C84DB-7787-A44D-865E-1BD05831D9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1" name="Rectangle 20">
              <a:extLst>
                <a:ext uri="{FF2B5EF4-FFF2-40B4-BE49-F238E27FC236}">
                  <a16:creationId xmlns:a16="http://schemas.microsoft.com/office/drawing/2014/main" id="{9A96F96C-40C9-8D49-A8DD-AB3B11C9C2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DA26BA09-7293-5840-8B41-BA669E1DA42E}"/>
              </a:ext>
            </a:extLst>
          </p:cNvPr>
          <p:cNvGrpSpPr/>
          <p:nvPr userDrawn="1"/>
        </p:nvGrpSpPr>
        <p:grpSpPr>
          <a:xfrm>
            <a:off x="-4617304" y="2295599"/>
            <a:ext cx="1494303" cy="224029"/>
            <a:chOff x="5716131" y="796253"/>
            <a:chExt cx="995522" cy="224029"/>
          </a:xfrm>
        </p:grpSpPr>
        <p:sp>
          <p:nvSpPr>
            <p:cNvPr id="93" name="Rectangle 19">
              <a:extLst>
                <a:ext uri="{FF2B5EF4-FFF2-40B4-BE49-F238E27FC236}">
                  <a16:creationId xmlns:a16="http://schemas.microsoft.com/office/drawing/2014/main" id="{07DA5FAE-B117-1349-8D4B-5D7FCC8142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4" name="Rectangle 20">
              <a:extLst>
                <a:ext uri="{FF2B5EF4-FFF2-40B4-BE49-F238E27FC236}">
                  <a16:creationId xmlns:a16="http://schemas.microsoft.com/office/drawing/2014/main" id="{F8E4D5C8-28FE-3740-934F-B88CFC79C3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BE60DD88-FE73-4A4E-83B0-C27EC4180A40}"/>
              </a:ext>
            </a:extLst>
          </p:cNvPr>
          <p:cNvGrpSpPr/>
          <p:nvPr userDrawn="1"/>
        </p:nvGrpSpPr>
        <p:grpSpPr>
          <a:xfrm>
            <a:off x="-4617304" y="3088976"/>
            <a:ext cx="1494303" cy="224029"/>
            <a:chOff x="5716131" y="796253"/>
            <a:chExt cx="995522" cy="224029"/>
          </a:xfrm>
        </p:grpSpPr>
        <p:sp>
          <p:nvSpPr>
            <p:cNvPr id="96" name="Rectangle 19">
              <a:extLst>
                <a:ext uri="{FF2B5EF4-FFF2-40B4-BE49-F238E27FC236}">
                  <a16:creationId xmlns:a16="http://schemas.microsoft.com/office/drawing/2014/main" id="{F65AC04E-77DF-3D4F-ABC4-331908CD16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7" name="Rectangle 20">
              <a:extLst>
                <a:ext uri="{FF2B5EF4-FFF2-40B4-BE49-F238E27FC236}">
                  <a16:creationId xmlns:a16="http://schemas.microsoft.com/office/drawing/2014/main" id="{3A43A58E-FE1C-F241-9FCD-27CDB423B5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85EC0C6B-BF0B-E84D-94EC-435A104A61F7}"/>
              </a:ext>
            </a:extLst>
          </p:cNvPr>
          <p:cNvGrpSpPr/>
          <p:nvPr userDrawn="1"/>
        </p:nvGrpSpPr>
        <p:grpSpPr>
          <a:xfrm>
            <a:off x="-4617304" y="3875629"/>
            <a:ext cx="1494303" cy="224029"/>
            <a:chOff x="5716131" y="796253"/>
            <a:chExt cx="995522" cy="224029"/>
          </a:xfrm>
        </p:grpSpPr>
        <p:sp>
          <p:nvSpPr>
            <p:cNvPr id="99" name="Rectangle 19">
              <a:extLst>
                <a:ext uri="{FF2B5EF4-FFF2-40B4-BE49-F238E27FC236}">
                  <a16:creationId xmlns:a16="http://schemas.microsoft.com/office/drawing/2014/main" id="{E7176F59-7B72-9148-B6EC-3D9A485B69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0" name="Rectangle 20">
              <a:extLst>
                <a:ext uri="{FF2B5EF4-FFF2-40B4-BE49-F238E27FC236}">
                  <a16:creationId xmlns:a16="http://schemas.microsoft.com/office/drawing/2014/main" id="{2C7F8097-BD91-F644-9F8C-937FCE32DC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E38DB8D-4AE7-FB41-966F-59657509D300}"/>
              </a:ext>
            </a:extLst>
          </p:cNvPr>
          <p:cNvGrpSpPr/>
          <p:nvPr userDrawn="1"/>
        </p:nvGrpSpPr>
        <p:grpSpPr>
          <a:xfrm>
            <a:off x="-4617304" y="4695900"/>
            <a:ext cx="1494303" cy="224029"/>
            <a:chOff x="5716131" y="796253"/>
            <a:chExt cx="995522" cy="224029"/>
          </a:xfrm>
        </p:grpSpPr>
        <p:sp>
          <p:nvSpPr>
            <p:cNvPr id="102" name="Rectangle 19">
              <a:extLst>
                <a:ext uri="{FF2B5EF4-FFF2-40B4-BE49-F238E27FC236}">
                  <a16:creationId xmlns:a16="http://schemas.microsoft.com/office/drawing/2014/main" id="{8E88217E-F57C-0F4D-A0DC-EAC60891AF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3" name="Rectangle 20">
              <a:extLst>
                <a:ext uri="{FF2B5EF4-FFF2-40B4-BE49-F238E27FC236}">
                  <a16:creationId xmlns:a16="http://schemas.microsoft.com/office/drawing/2014/main" id="{0FE0007D-5F31-E149-B0CF-AB6784C43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5FE9AD56-297C-DB4B-A7BE-D6B0F01510E8}"/>
              </a:ext>
            </a:extLst>
          </p:cNvPr>
          <p:cNvGrpSpPr/>
          <p:nvPr userDrawn="1"/>
        </p:nvGrpSpPr>
        <p:grpSpPr>
          <a:xfrm>
            <a:off x="-4617304" y="5482553"/>
            <a:ext cx="1494303" cy="224029"/>
            <a:chOff x="5716131" y="796253"/>
            <a:chExt cx="995522" cy="224029"/>
          </a:xfrm>
        </p:grpSpPr>
        <p:sp>
          <p:nvSpPr>
            <p:cNvPr id="105" name="Rectangle 19">
              <a:extLst>
                <a:ext uri="{FF2B5EF4-FFF2-40B4-BE49-F238E27FC236}">
                  <a16:creationId xmlns:a16="http://schemas.microsoft.com/office/drawing/2014/main" id="{BAE1D5DB-96CD-7A41-AC4C-B60EE6BB7A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6" name="Rectangle 20">
              <a:extLst>
                <a:ext uri="{FF2B5EF4-FFF2-40B4-BE49-F238E27FC236}">
                  <a16:creationId xmlns:a16="http://schemas.microsoft.com/office/drawing/2014/main" id="{91DC9FA1-0AEE-A849-8DCF-0F227C3A70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51248F3-2F75-594D-B53D-6D8AF82EB3EE}"/>
              </a:ext>
            </a:extLst>
          </p:cNvPr>
          <p:cNvGrpSpPr/>
          <p:nvPr userDrawn="1"/>
        </p:nvGrpSpPr>
        <p:grpSpPr>
          <a:xfrm>
            <a:off x="-4617304" y="6228865"/>
            <a:ext cx="1494303" cy="224029"/>
            <a:chOff x="5716131" y="796253"/>
            <a:chExt cx="995522" cy="224029"/>
          </a:xfrm>
        </p:grpSpPr>
        <p:sp>
          <p:nvSpPr>
            <p:cNvPr id="108" name="Rectangle 19">
              <a:extLst>
                <a:ext uri="{FF2B5EF4-FFF2-40B4-BE49-F238E27FC236}">
                  <a16:creationId xmlns:a16="http://schemas.microsoft.com/office/drawing/2014/main" id="{2C100E18-2C92-5642-871F-193C519D37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9" name="Rectangle 20">
              <a:extLst>
                <a:ext uri="{FF2B5EF4-FFF2-40B4-BE49-F238E27FC236}">
                  <a16:creationId xmlns:a16="http://schemas.microsoft.com/office/drawing/2014/main" id="{C725273B-18AD-5547-A9A0-E5E2D55F15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1CF833E4-0060-484E-9965-5F640274ADE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2164590" y="5400000"/>
            <a:ext cx="1828800" cy="6604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EABF413-2674-1F41-94B7-816E8AFB804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2164590" y="4661279"/>
            <a:ext cx="1828800" cy="6604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2AB809A-5890-BF46-A223-5F7B2A123F1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2164590" y="3600000"/>
            <a:ext cx="635000" cy="6604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42CF3A70-9F27-F645-9FE9-CD81E473DE48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-2874969" y="3600000"/>
            <a:ext cx="635000" cy="660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D88D0BE-2EA1-94D6-EEC3-387CC3481826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72580"/>
            <a:ext cx="619125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800">
                <a:solidFill>
                  <a:srgbClr val="3171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[AIA – PUBLIC]</a:t>
            </a:r>
          </a:p>
        </p:txBody>
      </p:sp>
    </p:spTree>
    <p:extLst>
      <p:ext uri="{BB962C8B-B14F-4D97-AF65-F5344CB8AC3E}">
        <p14:creationId xmlns:p14="http://schemas.microsoft.com/office/powerpoint/2010/main" val="2014199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88" r:id="rId2"/>
    <p:sldLayoutId id="2147483713" r:id="rId3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800" b="0" kern="1200" cap="none" normalizeH="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88" userDrawn="1">
          <p15:clr>
            <a:srgbClr val="F26B43"/>
          </p15:clr>
        </p15:guide>
        <p15:guide id="2" pos="744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008FE5F2-396F-675C-DD20-4EAE6D0F48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561" y="4611040"/>
            <a:ext cx="5080000" cy="358775"/>
          </a:xfrm>
        </p:spPr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5E02C-68B6-3910-DC92-06CE0674FA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0000" y="2160000"/>
            <a:ext cx="5609286" cy="2252974"/>
          </a:xfrm>
        </p:spPr>
        <p:txBody>
          <a:bodyPr/>
          <a:lstStyle/>
          <a:p>
            <a:r>
              <a:rPr lang="en-GB" dirty="0"/>
              <a:t>Automating Doctor Verification for Minor Claims</a:t>
            </a:r>
          </a:p>
        </p:txBody>
      </p:sp>
    </p:spTree>
    <p:extLst>
      <p:ext uri="{BB962C8B-B14F-4D97-AF65-F5344CB8AC3E}">
        <p14:creationId xmlns:p14="http://schemas.microsoft.com/office/powerpoint/2010/main" val="5375633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9A7FE5-7813-0FDB-80E1-3D7A11161F7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7320960" cy="1563357"/>
          </a:xfrm>
        </p:spPr>
        <p:txBody>
          <a:bodyPr/>
          <a:lstStyle/>
          <a:p>
            <a:r>
              <a:rPr lang="en-CA" dirty="0"/>
              <a:t>Auditors do not currently verify doctors’ legitimacy on scanned documents</a:t>
            </a:r>
          </a:p>
          <a:p>
            <a:r>
              <a:rPr lang="en-CA" dirty="0"/>
              <a:t>Manual checks via HKMC are slow and inconsistent</a:t>
            </a:r>
          </a:p>
          <a:p>
            <a:r>
              <a:rPr lang="en-CA" dirty="0"/>
              <a:t>Need for an automated and scalable verification process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557830-A24E-1572-102A-81433071CD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306517-AA32-FAB4-424A-7044CAC3D2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CA" dirty="0"/>
              <a:t>Problem Statement &amp; Objective</a:t>
            </a:r>
            <a:endParaRPr lang="en-GB" dirty="0"/>
          </a:p>
        </p:txBody>
      </p:sp>
      <p:pic>
        <p:nvPicPr>
          <p:cNvPr id="9" name="Picture 8" descr="A screenshot of a medical practitioner&#10;&#10;AI-generated content may be incorrect.">
            <a:extLst>
              <a:ext uri="{FF2B5EF4-FFF2-40B4-BE49-F238E27FC236}">
                <a16:creationId xmlns:a16="http://schemas.microsoft.com/office/drawing/2014/main" id="{1B02A70A-B0C7-FCEC-8082-6CE0DEFE4FB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0284" y="3838862"/>
            <a:ext cx="4594358" cy="1486753"/>
          </a:xfrm>
          <a:prstGeom prst="rect">
            <a:avLst/>
          </a:prstGeom>
        </p:spPr>
      </p:pic>
      <p:pic>
        <p:nvPicPr>
          <p:cNvPr id="11" name="Picture 10" descr="A black clock with a red exclamation mark&#10;&#10;AI-generated content may be incorrect.">
            <a:extLst>
              <a:ext uri="{FF2B5EF4-FFF2-40B4-BE49-F238E27FC236}">
                <a16:creationId xmlns:a16="http://schemas.microsoft.com/office/drawing/2014/main" id="{826E2BC1-AAD1-4C42-EF78-DF078288E6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5481" y="3494644"/>
            <a:ext cx="2203646" cy="1995755"/>
          </a:xfrm>
          <a:prstGeom prst="rect">
            <a:avLst/>
          </a:prstGeom>
        </p:spPr>
      </p:pic>
      <p:sp>
        <p:nvSpPr>
          <p:cNvPr id="12" name="Right Arrow 11">
            <a:extLst>
              <a:ext uri="{FF2B5EF4-FFF2-40B4-BE49-F238E27FC236}">
                <a16:creationId xmlns:a16="http://schemas.microsoft.com/office/drawing/2014/main" id="{186DC1AC-BADC-51D0-44E1-A49DD05E0EB4}"/>
              </a:ext>
            </a:extLst>
          </p:cNvPr>
          <p:cNvSpPr/>
          <p:nvPr/>
        </p:nvSpPr>
        <p:spPr>
          <a:xfrm>
            <a:off x="2208435" y="4416484"/>
            <a:ext cx="691849" cy="3315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74A58A27-7CA7-94C9-745F-EA919574C2EC}"/>
              </a:ext>
            </a:extLst>
          </p:cNvPr>
          <p:cNvSpPr/>
          <p:nvPr/>
        </p:nvSpPr>
        <p:spPr>
          <a:xfrm>
            <a:off x="7494642" y="4416484"/>
            <a:ext cx="691849" cy="3315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A stack of files and folders&#10;&#10;AI-generated content may be incorrect.">
            <a:extLst>
              <a:ext uri="{FF2B5EF4-FFF2-40B4-BE49-F238E27FC236}">
                <a16:creationId xmlns:a16="http://schemas.microsoft.com/office/drawing/2014/main" id="{22A82D80-E3C8-7EF6-F542-10680C85B08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40" y="3922228"/>
            <a:ext cx="1807416" cy="1320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856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C283273-C894-1CEB-2049-8DC20EC1BD4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999" y="1800000"/>
            <a:ext cx="6621245" cy="2916793"/>
          </a:xfrm>
        </p:spPr>
        <p:txBody>
          <a:bodyPr/>
          <a:lstStyle/>
          <a:p>
            <a:r>
              <a:rPr lang="en-CA" dirty="0"/>
              <a:t>OCR extracts doctor names from scanned documents</a:t>
            </a:r>
          </a:p>
          <a:p>
            <a:r>
              <a:rPr lang="en-CA" dirty="0"/>
              <a:t>Names are matched against HKMC registered doctor list</a:t>
            </a:r>
          </a:p>
          <a:p>
            <a:r>
              <a:rPr lang="en-CA" dirty="0"/>
              <a:t>Results exported for audit and analytics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BCE9F6-43BD-B576-7F16-07C664C468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B2E2EB-A54E-EE31-96AF-26C29F3B9A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CA" dirty="0"/>
              <a:t>Proposed Automated Solution</a:t>
            </a:r>
            <a:endParaRPr lang="en-GB" dirty="0"/>
          </a:p>
        </p:txBody>
      </p:sp>
      <p:pic>
        <p:nvPicPr>
          <p:cNvPr id="8" name="Picture 7" descr="A magnifying glass and a magnifying glass&#10;&#10;AI-generated content may be incorrect.">
            <a:extLst>
              <a:ext uri="{FF2B5EF4-FFF2-40B4-BE49-F238E27FC236}">
                <a16:creationId xmlns:a16="http://schemas.microsoft.com/office/drawing/2014/main" id="{78D689E9-9D72-F0B7-9EB9-D97178A09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85" y="3762146"/>
            <a:ext cx="5233921" cy="1909289"/>
          </a:xfrm>
          <a:prstGeom prst="rect">
            <a:avLst/>
          </a:prstGeom>
        </p:spPr>
      </p:pic>
      <p:pic>
        <p:nvPicPr>
          <p:cNvPr id="2052" name="Picture 4" descr="Database - Free seo and web icons">
            <a:extLst>
              <a:ext uri="{FF2B5EF4-FFF2-40B4-BE49-F238E27FC236}">
                <a16:creationId xmlns:a16="http://schemas.microsoft.com/office/drawing/2014/main" id="{C4027D2D-EBFD-B3CE-E166-55976ADBFF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7766" y="3889148"/>
            <a:ext cx="1655281" cy="1655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Left-Right Arrow 10">
            <a:extLst>
              <a:ext uri="{FF2B5EF4-FFF2-40B4-BE49-F238E27FC236}">
                <a16:creationId xmlns:a16="http://schemas.microsoft.com/office/drawing/2014/main" id="{18D14555-2ADB-647A-9B3D-60B80376EB3D}"/>
              </a:ext>
            </a:extLst>
          </p:cNvPr>
          <p:cNvSpPr/>
          <p:nvPr/>
        </p:nvSpPr>
        <p:spPr>
          <a:xfrm>
            <a:off x="6452126" y="4633645"/>
            <a:ext cx="976090" cy="174202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328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4AE3861-09BA-2062-884B-AC0E0714364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6835930" cy="2916793"/>
          </a:xfrm>
        </p:spPr>
        <p:txBody>
          <a:bodyPr/>
          <a:lstStyle/>
          <a:p>
            <a:r>
              <a:rPr lang="en-CA" dirty="0"/>
              <a:t>Eliminates manual checking</a:t>
            </a:r>
          </a:p>
          <a:p>
            <a:r>
              <a:rPr lang="en-CA" dirty="0"/>
              <a:t>Ensures consistent verification</a:t>
            </a:r>
          </a:p>
          <a:p>
            <a:r>
              <a:rPr lang="en-CA" dirty="0"/>
              <a:t>Scales to high claim volumes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679985-AC6F-B640-9349-80B71CB4AD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EF0C56-54E8-ECDB-A3B9-595FFBC7A4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CA" dirty="0"/>
              <a:t>Business Value</a:t>
            </a:r>
            <a:endParaRPr lang="en-GB" dirty="0"/>
          </a:p>
        </p:txBody>
      </p:sp>
      <p:pic>
        <p:nvPicPr>
          <p:cNvPr id="3074" name="Picture 2" descr="Save Time Icon Vector Art, Icons, and Graphics for Free Download">
            <a:extLst>
              <a:ext uri="{FF2B5EF4-FFF2-40B4-BE49-F238E27FC236}">
                <a16:creationId xmlns:a16="http://schemas.microsoft.com/office/drawing/2014/main" id="{BA5B2024-8054-747D-91D1-97561EB514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000" y="936657"/>
            <a:ext cx="1899182" cy="1899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speedometer with different colored faces&#10;&#10;AI-generated content may be incorrect.">
            <a:extLst>
              <a:ext uri="{FF2B5EF4-FFF2-40B4-BE49-F238E27FC236}">
                <a16:creationId xmlns:a16="http://schemas.microsoft.com/office/drawing/2014/main" id="{60BCD5A8-7E0D-B1A4-819A-D464EC508E7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7506" y="4065390"/>
            <a:ext cx="2362244" cy="1878744"/>
          </a:xfrm>
          <a:prstGeom prst="rect">
            <a:avLst/>
          </a:prstGeom>
        </p:spPr>
      </p:pic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29636CC3-0C36-6198-7B79-BBB7EAAED29F}"/>
              </a:ext>
            </a:extLst>
          </p:cNvPr>
          <p:cNvSpPr/>
          <p:nvPr/>
        </p:nvSpPr>
        <p:spPr>
          <a:xfrm>
            <a:off x="6314238" y="4774107"/>
            <a:ext cx="1150705" cy="276447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Left-Right Arrow 12">
            <a:extLst>
              <a:ext uri="{FF2B5EF4-FFF2-40B4-BE49-F238E27FC236}">
                <a16:creationId xmlns:a16="http://schemas.microsoft.com/office/drawing/2014/main" id="{812B8F7A-36D1-6109-B781-841271EBF7E5}"/>
              </a:ext>
            </a:extLst>
          </p:cNvPr>
          <p:cNvSpPr/>
          <p:nvPr/>
        </p:nvSpPr>
        <p:spPr>
          <a:xfrm rot="2935885">
            <a:off x="7263829" y="3222195"/>
            <a:ext cx="1150705" cy="276447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eft-Right Arrow 13">
            <a:extLst>
              <a:ext uri="{FF2B5EF4-FFF2-40B4-BE49-F238E27FC236}">
                <a16:creationId xmlns:a16="http://schemas.microsoft.com/office/drawing/2014/main" id="{AD3DBA80-C792-6531-23F4-8CA439F1AC48}"/>
              </a:ext>
            </a:extLst>
          </p:cNvPr>
          <p:cNvSpPr/>
          <p:nvPr/>
        </p:nvSpPr>
        <p:spPr>
          <a:xfrm rot="18477443">
            <a:off x="5364648" y="3236282"/>
            <a:ext cx="1150705" cy="276447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Scalable system vector icon can be used for data analytics iconset |  Premium Vector">
            <a:extLst>
              <a:ext uri="{FF2B5EF4-FFF2-40B4-BE49-F238E27FC236}">
                <a16:creationId xmlns:a16="http://schemas.microsoft.com/office/drawing/2014/main" id="{5A37CDE2-73B4-DBBB-A117-110AD59880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1490" y="3913170"/>
            <a:ext cx="1998323" cy="1998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4949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9994008-936A-B408-478F-05E2F5D553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1"/>
            <a:ext cx="6184638" cy="1251424"/>
          </a:xfrm>
        </p:spPr>
        <p:txBody>
          <a:bodyPr/>
          <a:lstStyle/>
          <a:p>
            <a:r>
              <a:rPr lang="en-CA" b="1" dirty="0"/>
              <a:t>Accuracy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A" dirty="0"/>
              <a:t>OCR errors may cause missed matches (false negatives)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378A3B-767E-76C8-50F5-6F3C43926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2D8B8-168F-713C-30B9-4FC6B899B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0000" y="540000"/>
            <a:ext cx="11160000" cy="875064"/>
          </a:xfrm>
        </p:spPr>
        <p:txBody>
          <a:bodyPr/>
          <a:lstStyle/>
          <a:p>
            <a:r>
              <a:rPr lang="en-CA" dirty="0"/>
              <a:t>Current Limitations &amp; Risks</a:t>
            </a:r>
            <a:endParaRPr lang="en-GB" dirty="0"/>
          </a:p>
        </p:txBody>
      </p:sp>
      <p:pic>
        <p:nvPicPr>
          <p:cNvPr id="5122" name="Picture 2" descr="Time PNGs for Free Download">
            <a:extLst>
              <a:ext uri="{FF2B5EF4-FFF2-40B4-BE49-F238E27FC236}">
                <a16:creationId xmlns:a16="http://schemas.microsoft.com/office/drawing/2014/main" id="{55B942C2-DDD5-F835-5175-B01E102116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2698" y="3436362"/>
            <a:ext cx="2021298" cy="2021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red and white circle with black dots&#10;&#10;AI-generated content may be incorrect.">
            <a:extLst>
              <a:ext uri="{FF2B5EF4-FFF2-40B4-BE49-F238E27FC236}">
                <a16:creationId xmlns:a16="http://schemas.microsoft.com/office/drawing/2014/main" id="{C4B47521-C506-4B63-070B-D681EF9D62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5658" y="1727556"/>
            <a:ext cx="1396313" cy="1396313"/>
          </a:xfrm>
          <a:prstGeom prst="rect">
            <a:avLst/>
          </a:prstGeom>
        </p:spPr>
      </p:pic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A58E0E0F-8AE6-F6AF-EC7F-97F5C9CAAD7C}"/>
              </a:ext>
            </a:extLst>
          </p:cNvPr>
          <p:cNvSpPr txBox="1">
            <a:spLocks/>
          </p:cNvSpPr>
          <p:nvPr/>
        </p:nvSpPr>
        <p:spPr>
          <a:xfrm>
            <a:off x="359999" y="3214256"/>
            <a:ext cx="4436377" cy="125142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b="1" dirty="0"/>
              <a:t>Performance</a:t>
            </a:r>
          </a:p>
          <a:p>
            <a:pPr lvl="1"/>
            <a:r>
              <a:rPr lang="en-CA" dirty="0"/>
              <a:t>Slow processing time per document</a:t>
            </a:r>
          </a:p>
          <a:p>
            <a:pPr lvl="1"/>
            <a:r>
              <a:rPr lang="en-CA" dirty="0"/>
              <a:t>No GPU and limited OCR options</a:t>
            </a:r>
          </a:p>
        </p:txBody>
      </p:sp>
    </p:spTree>
    <p:extLst>
      <p:ext uri="{BB962C8B-B14F-4D97-AF65-F5344CB8AC3E}">
        <p14:creationId xmlns:p14="http://schemas.microsoft.com/office/powerpoint/2010/main" val="279123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65050F5-AB8A-0B66-9245-DC1B9B4B794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1"/>
            <a:ext cx="7138080" cy="1415810"/>
          </a:xfrm>
        </p:spPr>
        <p:txBody>
          <a:bodyPr/>
          <a:lstStyle/>
          <a:p>
            <a:r>
              <a:rPr lang="en-CA" dirty="0"/>
              <a:t>Collect more scanned documents for testing</a:t>
            </a:r>
          </a:p>
          <a:p>
            <a:r>
              <a:rPr lang="en-CA" dirty="0"/>
              <a:t>Measure OCR accuracy, processing time, and match rates</a:t>
            </a:r>
          </a:p>
          <a:p>
            <a:r>
              <a:rPr lang="en-CA" dirty="0"/>
              <a:t>Evaluate faster or cloud-based OCR (if compliant)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99074ED-A77C-F40F-AA22-6CECDB0FB0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F80626-8DA9-1C43-D02A-D46EDEC00C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CA" dirty="0"/>
              <a:t>Next Steps</a:t>
            </a:r>
            <a:endParaRPr lang="en-GB" dirty="0"/>
          </a:p>
        </p:txBody>
      </p:sp>
      <p:pic>
        <p:nvPicPr>
          <p:cNvPr id="1026" name="Picture 2" descr="Checklist - Free files and folders icons">
            <a:extLst>
              <a:ext uri="{FF2B5EF4-FFF2-40B4-BE49-F238E27FC236}">
                <a16:creationId xmlns:a16="http://schemas.microsoft.com/office/drawing/2014/main" id="{1D787853-407A-0146-965E-400A9B87A5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607" y="3809758"/>
            <a:ext cx="1685158" cy="1685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roject-Based Timeline Lesson - TeachHUB">
            <a:extLst>
              <a:ext uri="{FF2B5EF4-FFF2-40B4-BE49-F238E27FC236}">
                <a16:creationId xmlns:a16="http://schemas.microsoft.com/office/drawing/2014/main" id="{F6F7AFFC-B4A2-0B39-D239-C9FBB0B0F3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6147" y="2951691"/>
            <a:ext cx="3945780" cy="3048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Project Milestone And How To Define It?">
            <a:extLst>
              <a:ext uri="{FF2B5EF4-FFF2-40B4-BE49-F238E27FC236}">
                <a16:creationId xmlns:a16="http://schemas.microsoft.com/office/drawing/2014/main" id="{2760EC0B-31E7-793D-A696-FE24B6FF5B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4386" y="3837719"/>
            <a:ext cx="4212895" cy="1685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9491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DF14101-9C45-B999-A22D-70E4D9203B9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41947515"/>
      </p:ext>
    </p:extLst>
  </p:cSld>
  <p:clrMapOvr>
    <a:masterClrMapping/>
  </p:clrMapOvr>
</p:sld>
</file>

<file path=ppt/theme/theme1.xml><?xml version="1.0" encoding="utf-8"?>
<a:theme xmlns:a="http://schemas.openxmlformats.org/drawingml/2006/main" name="AIA_2020">
  <a:themeElements>
    <a:clrScheme name="AIA_2020">
      <a:dk1>
        <a:srgbClr val="303D48"/>
      </a:dk1>
      <a:lt1>
        <a:srgbClr val="FFFFFF"/>
      </a:lt1>
      <a:dk2>
        <a:srgbClr val="1F78AD"/>
      </a:dk2>
      <a:lt2>
        <a:srgbClr val="D3CAC3"/>
      </a:lt2>
      <a:accent1>
        <a:srgbClr val="D31145"/>
      </a:accent1>
      <a:accent2>
        <a:srgbClr val="BA0361"/>
      </a:accent2>
      <a:accent3>
        <a:srgbClr val="FF754D"/>
      </a:accent3>
      <a:accent4>
        <a:srgbClr val="F7C926"/>
      </a:accent4>
      <a:accent5>
        <a:srgbClr val="A199BA"/>
      </a:accent5>
      <a:accent6>
        <a:srgbClr val="4C4793"/>
      </a:accent6>
      <a:hlink>
        <a:srgbClr val="4C4793"/>
      </a:hlink>
      <a:folHlink>
        <a:srgbClr val="08456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IA_PPT_Template_2018_16x9_V3.1" id="{C24C495E-28EC-4C06-8757-BE4D80E4F71D}" vid="{3469129E-3778-43A8-9BE1-B54836CD943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189</TotalTime>
  <Words>135</Words>
  <Application>Microsoft Office PowerPoint</Application>
  <PresentationFormat>Widescreen</PresentationFormat>
  <Paragraphs>29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Courier New</vt:lpstr>
      <vt:lpstr>Helvetica Neue</vt:lpstr>
      <vt:lpstr>AIA_2020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Wang, Harry-CC</dc:creator>
  <cp:lastModifiedBy>Wang, Harry-CC</cp:lastModifiedBy>
  <cp:revision>8</cp:revision>
  <cp:lastPrinted>2020-05-18T12:18:52Z</cp:lastPrinted>
  <dcterms:created xsi:type="dcterms:W3CDTF">2026-01-29T03:17:14Z</dcterms:created>
  <dcterms:modified xsi:type="dcterms:W3CDTF">2026-02-02T06:54:55Z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91b32ef-ed69-48a4-80a7-c96eee60b7ed_Enabled">
    <vt:lpwstr>true</vt:lpwstr>
  </property>
  <property fmtid="{D5CDD505-2E9C-101B-9397-08002B2CF9AE}" pid="3" name="MSIP_Label_891b32ef-ed69-48a4-80a7-c96eee60b7ed_SetDate">
    <vt:lpwstr>2026-01-29T03:30:41Z</vt:lpwstr>
  </property>
  <property fmtid="{D5CDD505-2E9C-101B-9397-08002B2CF9AE}" pid="4" name="MSIP_Label_891b32ef-ed69-48a4-80a7-c96eee60b7ed_Method">
    <vt:lpwstr>Privileged</vt:lpwstr>
  </property>
  <property fmtid="{D5CDD505-2E9C-101B-9397-08002B2CF9AE}" pid="5" name="MSIP_Label_891b32ef-ed69-48a4-80a7-c96eee60b7ed_Name">
    <vt:lpwstr>891b32ef-ed69-48a4-80a7-c96eee60b7ed</vt:lpwstr>
  </property>
  <property fmtid="{D5CDD505-2E9C-101B-9397-08002B2CF9AE}" pid="6" name="MSIP_Label_891b32ef-ed69-48a4-80a7-c96eee60b7ed_SiteId">
    <vt:lpwstr>7f2c1900-9fd4-4b89-91d3-79a649996f0a</vt:lpwstr>
  </property>
  <property fmtid="{D5CDD505-2E9C-101B-9397-08002B2CF9AE}" pid="7" name="MSIP_Label_891b32ef-ed69-48a4-80a7-c96eee60b7ed_ActionId">
    <vt:lpwstr>2ef523c1-df53-47b3-afb4-887a52859f1a</vt:lpwstr>
  </property>
  <property fmtid="{D5CDD505-2E9C-101B-9397-08002B2CF9AE}" pid="8" name="MSIP_Label_891b32ef-ed69-48a4-80a7-c96eee60b7ed_ContentBits">
    <vt:lpwstr>2</vt:lpwstr>
  </property>
  <property fmtid="{D5CDD505-2E9C-101B-9397-08002B2CF9AE}" pid="9" name="MSIP_Label_891b32ef-ed69-48a4-80a7-c96eee60b7ed_Tag">
    <vt:lpwstr>10, 0, 1, 1</vt:lpwstr>
  </property>
  <property fmtid="{D5CDD505-2E9C-101B-9397-08002B2CF9AE}" pid="10" name="ClassificationContentMarkingFooterLocations">
    <vt:lpwstr>AIA_2020:2</vt:lpwstr>
  </property>
  <property fmtid="{D5CDD505-2E9C-101B-9397-08002B2CF9AE}" pid="11" name="ClassificationContentMarkingFooterText">
    <vt:lpwstr>[AIA – PUBLIC]</vt:lpwstr>
  </property>
</Properties>
</file>