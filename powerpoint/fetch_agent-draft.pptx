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9" r:id="rId4"/>
    <p:sldId id="261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IA_TitleSlide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3DE312-0E56-1747-B671-3F457AA8D7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E52CBAF-C878-FD45-8AF4-3C799CB4F5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6370" b="31414"/>
          <a:stretch/>
        </p:blipFill>
        <p:spPr>
          <a:xfrm>
            <a:off x="6580800" y="0"/>
            <a:ext cx="5611200" cy="685800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AC4E2A-F096-5540-918E-6F520E475C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601225"/>
            <a:ext cx="50800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DD8F76D-7AD6-444B-9E55-80A650B42C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160000"/>
            <a:ext cx="54000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of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5E6EB-133C-4C47-A11D-54E804FE9C2F}"/>
              </a:ext>
            </a:extLst>
          </p:cNvPr>
          <p:cNvSpPr txBox="1"/>
          <p:nvPr/>
        </p:nvSpPr>
        <p:spPr>
          <a:xfrm>
            <a:off x="36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 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9903880-9FDE-8D40-A562-3D8B9CB09A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36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IA_blank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21E97CF3-1B2B-3C4F-B98D-C24E6E08FCF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004" t="5114" r="34651" b="24263"/>
          <a:stretch/>
        </p:blipFill>
        <p:spPr>
          <a:xfrm>
            <a:off x="10178106" y="4184921"/>
            <a:ext cx="2021388" cy="2673079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283C79D-02B2-7C4C-ACCB-2BC606AA32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800000"/>
            <a:ext cx="3600000" cy="2916793"/>
          </a:xfrm>
        </p:spPr>
        <p:txBody>
          <a:bodyPr>
            <a:noAutofit/>
          </a:bodyPr>
          <a:lstStyle>
            <a:lvl1pPr marL="285750" indent="-28575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1pPr>
            <a:lvl2pPr marL="742950" indent="-28575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3pPr>
            <a:lvl4pPr marL="1600200" indent="-22860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4pPr>
            <a:lvl5pPr marL="2057400" indent="-22860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6DAD27A-8F08-5A49-AF70-761746D02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749EC80-4233-41C2-B931-1B5A3EFC97B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55F38DE-1350-2D4C-B6FB-3A271A28F8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37200" y="1800000"/>
            <a:ext cx="3600000" cy="2916793"/>
          </a:xfrm>
        </p:spPr>
        <p:txBody>
          <a:bodyPr>
            <a:noAutofit/>
          </a:bodyPr>
          <a:lstStyle>
            <a:lvl1pPr marL="285750" indent="-28575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1pPr>
            <a:lvl2pPr marL="742950" indent="-28575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3pPr>
            <a:lvl4pPr marL="1600200" indent="-22860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4pPr>
            <a:lvl5pPr marL="2057400" indent="-228600"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F80291D-9E0D-4F4E-B07E-13D3B4C230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540000"/>
            <a:ext cx="11160000" cy="133867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ts val="3200"/>
              </a:lnSpc>
              <a:defRPr sz="3600">
                <a:solidFill>
                  <a:srgbClr val="333D47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Headline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3BE3CB4-AD8C-5A4B-A57E-EC5458BD2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60000" y="5792400"/>
            <a:ext cx="6350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75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6106E65-026A-4C46-AFB0-85C3E784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540000"/>
            <a:ext cx="11472000" cy="10212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07E24A-2FF5-4246-BEF6-082A61118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800000"/>
            <a:ext cx="11472000" cy="3364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7F45575-B773-1649-9EFE-1C08EEFD4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749EC80-4233-41C2-B931-1B5A3EFC97B3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FEDD73-913A-A14E-9158-0586EE3B58B5}"/>
              </a:ext>
            </a:extLst>
          </p:cNvPr>
          <p:cNvSpPr txBox="1"/>
          <p:nvPr/>
        </p:nvSpPr>
        <p:spPr>
          <a:xfrm>
            <a:off x="72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noAutofit/>
          </a:bodyPr>
          <a:lstStyle/>
          <a:p>
            <a:r>
              <a:rPr lang="en-GB" sz="800" b="0" i="0" dirty="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9">
            <a:extLst>
              <a:ext uri="{FF2B5EF4-FFF2-40B4-BE49-F238E27FC236}">
                <a16:creationId xmlns:a16="http://schemas.microsoft.com/office/drawing/2014/main" id="{E0203ACC-1921-3649-A2D8-9E4ECC5D2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26840" y="1353662"/>
            <a:ext cx="1844675" cy="801569"/>
          </a:xfrm>
          <a:prstGeom prst="rect">
            <a:avLst/>
          </a:prstGeom>
          <a:solidFill>
            <a:srgbClr val="333D4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CHARCOAL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R51 G61 B71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3EE7A4A7-B933-B24E-AC2D-C118217EF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14697" y="407231"/>
            <a:ext cx="1821348" cy="806397"/>
          </a:xfrm>
          <a:prstGeom prst="rect">
            <a:avLst/>
          </a:prstGeom>
          <a:solidFill>
            <a:srgbClr val="D3114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RED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G17 B69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7F8F61-AACF-4D43-A48E-73FD89E9FAC0}"/>
              </a:ext>
            </a:extLst>
          </p:cNvPr>
          <p:cNvSpPr txBox="1"/>
          <p:nvPr/>
        </p:nvSpPr>
        <p:spPr>
          <a:xfrm>
            <a:off x="-2942426" y="376236"/>
            <a:ext cx="259484" cy="1937287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COLOURS</a:t>
            </a:r>
          </a:p>
        </p:txBody>
      </p:sp>
      <p:sp>
        <p:nvSpPr>
          <p:cNvPr id="67" name="Rectangle 9">
            <a:extLst>
              <a:ext uri="{FF2B5EF4-FFF2-40B4-BE49-F238E27FC236}">
                <a16:creationId xmlns:a16="http://schemas.microsoft.com/office/drawing/2014/main" id="{6E16C6D7-5D67-3F48-9BAD-5211CB277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17303" y="5798524"/>
            <a:ext cx="1487670" cy="646439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WARM GREY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G202 B195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9">
            <a:extLst>
              <a:ext uri="{FF2B5EF4-FFF2-40B4-BE49-F238E27FC236}">
                <a16:creationId xmlns:a16="http://schemas.microsoft.com/office/drawing/2014/main" id="{30414EC1-704C-FF47-9611-AD4C8B879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11596" y="1877530"/>
            <a:ext cx="1487670" cy="646439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 ORANGE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G117 B77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EDC2E1-B0F0-2B4D-8CFB-F684F18144D9}"/>
              </a:ext>
            </a:extLst>
          </p:cNvPr>
          <p:cNvSpPr txBox="1"/>
          <p:nvPr/>
        </p:nvSpPr>
        <p:spPr>
          <a:xfrm>
            <a:off x="-4910208" y="379515"/>
            <a:ext cx="314328" cy="3271299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COLOURS</a:t>
            </a:r>
          </a:p>
        </p:txBody>
      </p:sp>
      <p:sp>
        <p:nvSpPr>
          <p:cNvPr id="70" name="Rectangle 9">
            <a:extLst>
              <a:ext uri="{FF2B5EF4-FFF2-40B4-BE49-F238E27FC236}">
                <a16:creationId xmlns:a16="http://schemas.microsoft.com/office/drawing/2014/main" id="{32D26DB1-D22B-0146-BEE0-26A6F1234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11596" y="2663784"/>
            <a:ext cx="1487670" cy="646439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YELLOW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R247 G201 B38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 9">
            <a:extLst>
              <a:ext uri="{FF2B5EF4-FFF2-40B4-BE49-F238E27FC236}">
                <a16:creationId xmlns:a16="http://schemas.microsoft.com/office/drawing/2014/main" id="{38917B89-6ECF-F74A-9BA2-E9FCB7C72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11596" y="4266004"/>
            <a:ext cx="1487670" cy="646439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LAVENDER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R161 G153 B186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9">
            <a:extLst>
              <a:ext uri="{FF2B5EF4-FFF2-40B4-BE49-F238E27FC236}">
                <a16:creationId xmlns:a16="http://schemas.microsoft.com/office/drawing/2014/main" id="{A835CB3C-C322-B743-8984-3B3E27A03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11596" y="5052258"/>
            <a:ext cx="1487670" cy="64643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BLUE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R31 G120 B173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9">
            <a:extLst>
              <a:ext uri="{FF2B5EF4-FFF2-40B4-BE49-F238E27FC236}">
                <a16:creationId xmlns:a16="http://schemas.microsoft.com/office/drawing/2014/main" id="{0EB3A011-77AD-EE4C-BB9E-688A1F0E4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11596" y="1125046"/>
            <a:ext cx="1487670" cy="646439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CERISE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R186 G3 B97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9">
            <a:extLst>
              <a:ext uri="{FF2B5EF4-FFF2-40B4-BE49-F238E27FC236}">
                <a16:creationId xmlns:a16="http://schemas.microsoft.com/office/drawing/2014/main" id="{402466E5-EFAB-0E4A-B977-56C6D3009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11596" y="3449154"/>
            <a:ext cx="1487670" cy="646439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PURPLE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R76 G71 B148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angle 9">
            <a:extLst>
              <a:ext uri="{FF2B5EF4-FFF2-40B4-BE49-F238E27FC236}">
                <a16:creationId xmlns:a16="http://schemas.microsoft.com/office/drawing/2014/main" id="{F469A4F2-3792-2E49-8B38-6AFC63812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11596" y="373206"/>
            <a:ext cx="1487670" cy="646439"/>
          </a:xfrm>
          <a:prstGeom prst="rect">
            <a:avLst/>
          </a:prstGeom>
          <a:solidFill>
            <a:srgbClr val="FF7A8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SALMON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G122 B133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DFD5F1-7ED6-7A4F-A85D-AC9239B9A9E4}"/>
              </a:ext>
            </a:extLst>
          </p:cNvPr>
          <p:cNvGrpSpPr/>
          <p:nvPr/>
        </p:nvGrpSpPr>
        <p:grpSpPr>
          <a:xfrm>
            <a:off x="-4617304" y="796253"/>
            <a:ext cx="1494303" cy="224029"/>
            <a:chOff x="5716131" y="796253"/>
            <a:chExt cx="995522" cy="224029"/>
          </a:xfrm>
        </p:grpSpPr>
        <p:sp>
          <p:nvSpPr>
            <p:cNvPr id="77" name="Rectangle 19">
              <a:extLst>
                <a:ext uri="{FF2B5EF4-FFF2-40B4-BE49-F238E27FC236}">
                  <a16:creationId xmlns:a16="http://schemas.microsoft.com/office/drawing/2014/main" id="{69707F44-6BC5-024E-87D0-3237CAF96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78" name="Rectangle 20">
              <a:extLst>
                <a:ext uri="{FF2B5EF4-FFF2-40B4-BE49-F238E27FC236}">
                  <a16:creationId xmlns:a16="http://schemas.microsoft.com/office/drawing/2014/main" id="{D0D916EB-9F54-2F4B-BDD0-F87734354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E6BDFF9-62CE-8349-B945-5E4093758751}"/>
              </a:ext>
            </a:extLst>
          </p:cNvPr>
          <p:cNvGrpSpPr/>
          <p:nvPr/>
        </p:nvGrpSpPr>
        <p:grpSpPr>
          <a:xfrm>
            <a:off x="-2626840" y="1878230"/>
            <a:ext cx="1844675" cy="277791"/>
            <a:chOff x="2606261" y="3143449"/>
            <a:chExt cx="2458017" cy="277791"/>
          </a:xfrm>
        </p:grpSpPr>
        <p:sp>
          <p:nvSpPr>
            <p:cNvPr id="80" name="Rectangle 19">
              <a:extLst>
                <a:ext uri="{FF2B5EF4-FFF2-40B4-BE49-F238E27FC236}">
                  <a16:creationId xmlns:a16="http://schemas.microsoft.com/office/drawing/2014/main" id="{914B8044-F95A-A74A-BC30-F3A5C9B45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1" name="Rectangle 20">
              <a:extLst>
                <a:ext uri="{FF2B5EF4-FFF2-40B4-BE49-F238E27FC236}">
                  <a16:creationId xmlns:a16="http://schemas.microsoft.com/office/drawing/2014/main" id="{DCFFAD6D-DAE4-824F-BF41-EE5D85829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2" name="Rectangle 22">
              <a:extLst>
                <a:ext uri="{FF2B5EF4-FFF2-40B4-BE49-F238E27FC236}">
                  <a16:creationId xmlns:a16="http://schemas.microsoft.com/office/drawing/2014/main" id="{B42DD97E-811A-2B47-918D-7C0F00110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3" name="Rectangle 19">
              <a:extLst>
                <a:ext uri="{FF2B5EF4-FFF2-40B4-BE49-F238E27FC236}">
                  <a16:creationId xmlns:a16="http://schemas.microsoft.com/office/drawing/2014/main" id="{3D37BE17-9C0A-E749-A606-9BC8E7CE3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29FDAA7-EDA4-E344-BCAC-7F6CCDECD451}"/>
              </a:ext>
            </a:extLst>
          </p:cNvPr>
          <p:cNvGrpSpPr/>
          <p:nvPr/>
        </p:nvGrpSpPr>
        <p:grpSpPr>
          <a:xfrm>
            <a:off x="-2626840" y="957107"/>
            <a:ext cx="1844675" cy="277791"/>
            <a:chOff x="2606261" y="3143449"/>
            <a:chExt cx="2458017" cy="277791"/>
          </a:xfrm>
        </p:grpSpPr>
        <p:sp>
          <p:nvSpPr>
            <p:cNvPr id="85" name="Rectangle 19">
              <a:extLst>
                <a:ext uri="{FF2B5EF4-FFF2-40B4-BE49-F238E27FC236}">
                  <a16:creationId xmlns:a16="http://schemas.microsoft.com/office/drawing/2014/main" id="{322E5F21-86AC-9847-9EAE-BB1715E93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6" name="Rectangle 20">
              <a:extLst>
                <a:ext uri="{FF2B5EF4-FFF2-40B4-BE49-F238E27FC236}">
                  <a16:creationId xmlns:a16="http://schemas.microsoft.com/office/drawing/2014/main" id="{6F019A4D-1606-E749-A834-546B40C5F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7" name="Rectangle 22">
              <a:extLst>
                <a:ext uri="{FF2B5EF4-FFF2-40B4-BE49-F238E27FC236}">
                  <a16:creationId xmlns:a16="http://schemas.microsoft.com/office/drawing/2014/main" id="{7308B2FC-69DD-954E-8980-2EC3AA1D7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74AC479E-3F57-E644-A3C7-97D4AB45A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E533266-6387-9B46-8624-65A0D9D79FF0}"/>
              </a:ext>
            </a:extLst>
          </p:cNvPr>
          <p:cNvGrpSpPr/>
          <p:nvPr/>
        </p:nvGrpSpPr>
        <p:grpSpPr>
          <a:xfrm>
            <a:off x="-4617304" y="1549288"/>
            <a:ext cx="1494303" cy="224029"/>
            <a:chOff x="5716131" y="796253"/>
            <a:chExt cx="995522" cy="224029"/>
          </a:xfrm>
        </p:grpSpPr>
        <p:sp>
          <p:nvSpPr>
            <p:cNvPr id="90" name="Rectangle 19">
              <a:extLst>
                <a:ext uri="{FF2B5EF4-FFF2-40B4-BE49-F238E27FC236}">
                  <a16:creationId xmlns:a16="http://schemas.microsoft.com/office/drawing/2014/main" id="{BB7C84DB-7787-A44D-865E-1BD05831D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1" name="Rectangle 20">
              <a:extLst>
                <a:ext uri="{FF2B5EF4-FFF2-40B4-BE49-F238E27FC236}">
                  <a16:creationId xmlns:a16="http://schemas.microsoft.com/office/drawing/2014/main" id="{9A96F96C-40C9-8D49-A8DD-AB3B11C9C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A26BA09-7293-5840-8B41-BA669E1DA42E}"/>
              </a:ext>
            </a:extLst>
          </p:cNvPr>
          <p:cNvGrpSpPr/>
          <p:nvPr/>
        </p:nvGrpSpPr>
        <p:grpSpPr>
          <a:xfrm>
            <a:off x="-4617304" y="2295599"/>
            <a:ext cx="1494303" cy="224029"/>
            <a:chOff x="5716131" y="796253"/>
            <a:chExt cx="995522" cy="224029"/>
          </a:xfrm>
        </p:grpSpPr>
        <p:sp>
          <p:nvSpPr>
            <p:cNvPr id="93" name="Rectangle 19">
              <a:extLst>
                <a:ext uri="{FF2B5EF4-FFF2-40B4-BE49-F238E27FC236}">
                  <a16:creationId xmlns:a16="http://schemas.microsoft.com/office/drawing/2014/main" id="{07DA5FAE-B117-1349-8D4B-5D7FCC814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4" name="Rectangle 20">
              <a:extLst>
                <a:ext uri="{FF2B5EF4-FFF2-40B4-BE49-F238E27FC236}">
                  <a16:creationId xmlns:a16="http://schemas.microsoft.com/office/drawing/2014/main" id="{F8E4D5C8-28FE-3740-934F-B88CFC79C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E60DD88-FE73-4A4E-83B0-C27EC4180A40}"/>
              </a:ext>
            </a:extLst>
          </p:cNvPr>
          <p:cNvGrpSpPr/>
          <p:nvPr/>
        </p:nvGrpSpPr>
        <p:grpSpPr>
          <a:xfrm>
            <a:off x="-4617304" y="3088976"/>
            <a:ext cx="1494303" cy="224029"/>
            <a:chOff x="5716131" y="796253"/>
            <a:chExt cx="995522" cy="224029"/>
          </a:xfrm>
        </p:grpSpPr>
        <p:sp>
          <p:nvSpPr>
            <p:cNvPr id="96" name="Rectangle 19">
              <a:extLst>
                <a:ext uri="{FF2B5EF4-FFF2-40B4-BE49-F238E27FC236}">
                  <a16:creationId xmlns:a16="http://schemas.microsoft.com/office/drawing/2014/main" id="{F65AC04E-77DF-3D4F-ABC4-331908CD1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7" name="Rectangle 20">
              <a:extLst>
                <a:ext uri="{FF2B5EF4-FFF2-40B4-BE49-F238E27FC236}">
                  <a16:creationId xmlns:a16="http://schemas.microsoft.com/office/drawing/2014/main" id="{3A43A58E-FE1C-F241-9FCD-27CDB423B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5EC0C6B-BF0B-E84D-94EC-435A104A61F7}"/>
              </a:ext>
            </a:extLst>
          </p:cNvPr>
          <p:cNvGrpSpPr/>
          <p:nvPr/>
        </p:nvGrpSpPr>
        <p:grpSpPr>
          <a:xfrm>
            <a:off x="-4617304" y="3875629"/>
            <a:ext cx="1494303" cy="224029"/>
            <a:chOff x="5716131" y="796253"/>
            <a:chExt cx="995522" cy="224029"/>
          </a:xfrm>
        </p:grpSpPr>
        <p:sp>
          <p:nvSpPr>
            <p:cNvPr id="99" name="Rectangle 19">
              <a:extLst>
                <a:ext uri="{FF2B5EF4-FFF2-40B4-BE49-F238E27FC236}">
                  <a16:creationId xmlns:a16="http://schemas.microsoft.com/office/drawing/2014/main" id="{E7176F59-7B72-9148-B6EC-3D9A485B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0" name="Rectangle 20">
              <a:extLst>
                <a:ext uri="{FF2B5EF4-FFF2-40B4-BE49-F238E27FC236}">
                  <a16:creationId xmlns:a16="http://schemas.microsoft.com/office/drawing/2014/main" id="{2C7F8097-BD91-F644-9F8C-937FCE32D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E38DB8D-4AE7-FB41-966F-59657509D300}"/>
              </a:ext>
            </a:extLst>
          </p:cNvPr>
          <p:cNvGrpSpPr/>
          <p:nvPr/>
        </p:nvGrpSpPr>
        <p:grpSpPr>
          <a:xfrm>
            <a:off x="-4617304" y="4695900"/>
            <a:ext cx="1494303" cy="224029"/>
            <a:chOff x="5716131" y="796253"/>
            <a:chExt cx="995522" cy="224029"/>
          </a:xfrm>
        </p:grpSpPr>
        <p:sp>
          <p:nvSpPr>
            <p:cNvPr id="102" name="Rectangle 19">
              <a:extLst>
                <a:ext uri="{FF2B5EF4-FFF2-40B4-BE49-F238E27FC236}">
                  <a16:creationId xmlns:a16="http://schemas.microsoft.com/office/drawing/2014/main" id="{8E88217E-F57C-0F4D-A0DC-EAC60891A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3" name="Rectangle 20">
              <a:extLst>
                <a:ext uri="{FF2B5EF4-FFF2-40B4-BE49-F238E27FC236}">
                  <a16:creationId xmlns:a16="http://schemas.microsoft.com/office/drawing/2014/main" id="{0FE0007D-5F31-E149-B0CF-AB6784C43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FE9AD56-297C-DB4B-A7BE-D6B0F01510E8}"/>
              </a:ext>
            </a:extLst>
          </p:cNvPr>
          <p:cNvGrpSpPr/>
          <p:nvPr/>
        </p:nvGrpSpPr>
        <p:grpSpPr>
          <a:xfrm>
            <a:off x="-4617304" y="5482553"/>
            <a:ext cx="1494303" cy="224029"/>
            <a:chOff x="5716131" y="796253"/>
            <a:chExt cx="995522" cy="224029"/>
          </a:xfrm>
        </p:grpSpPr>
        <p:sp>
          <p:nvSpPr>
            <p:cNvPr id="105" name="Rectangle 19">
              <a:extLst>
                <a:ext uri="{FF2B5EF4-FFF2-40B4-BE49-F238E27FC236}">
                  <a16:creationId xmlns:a16="http://schemas.microsoft.com/office/drawing/2014/main" id="{BAE1D5DB-96CD-7A41-AC4C-B60EE6BB7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6" name="Rectangle 20">
              <a:extLst>
                <a:ext uri="{FF2B5EF4-FFF2-40B4-BE49-F238E27FC236}">
                  <a16:creationId xmlns:a16="http://schemas.microsoft.com/office/drawing/2014/main" id="{91DC9FA1-0AEE-A849-8DCF-0F227C3A7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51248F3-2F75-594D-B53D-6D8AF82EB3EE}"/>
              </a:ext>
            </a:extLst>
          </p:cNvPr>
          <p:cNvGrpSpPr/>
          <p:nvPr/>
        </p:nvGrpSpPr>
        <p:grpSpPr>
          <a:xfrm>
            <a:off x="-4617304" y="6228865"/>
            <a:ext cx="1494303" cy="224029"/>
            <a:chOff x="5716131" y="796253"/>
            <a:chExt cx="995522" cy="224029"/>
          </a:xfrm>
        </p:grpSpPr>
        <p:sp>
          <p:nvSpPr>
            <p:cNvPr id="108" name="Rectangle 19">
              <a:extLst>
                <a:ext uri="{FF2B5EF4-FFF2-40B4-BE49-F238E27FC236}">
                  <a16:creationId xmlns:a16="http://schemas.microsoft.com/office/drawing/2014/main" id="{2C100E18-2C92-5642-871F-193C519D3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9" name="Rectangle 20">
              <a:extLst>
                <a:ext uri="{FF2B5EF4-FFF2-40B4-BE49-F238E27FC236}">
                  <a16:creationId xmlns:a16="http://schemas.microsoft.com/office/drawing/2014/main" id="{C725273B-18AD-5547-A9A0-E5E2D55F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1CF833E4-0060-484E-9965-5F640274A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64590" y="5400000"/>
            <a:ext cx="1828800" cy="660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EABF413-2674-1F41-94B7-816E8AFB80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164590" y="4661279"/>
            <a:ext cx="1828800" cy="6604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AB809A-5890-BF46-A223-5F7B2A123F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164590" y="3600000"/>
            <a:ext cx="635000" cy="660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2CF3A70-9F27-F645-9FE9-CD81E473DE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874969" y="3600000"/>
            <a:ext cx="635000" cy="660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88D0BE-2EA1-94D6-EEC3-387CC348182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619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3171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[AIA – PUBLIC]</a:t>
            </a:r>
          </a:p>
        </p:txBody>
      </p:sp>
    </p:spTree>
    <p:extLst>
      <p:ext uri="{BB962C8B-B14F-4D97-AF65-F5344CB8AC3E}">
        <p14:creationId xmlns:p14="http://schemas.microsoft.com/office/powerpoint/2010/main" val="144708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53" r:id="rId2"/>
  </p:sldLayoutIdLst>
  <p:txStyles>
    <p:titleStyle>
      <a:lvl1pPr algn="l" defTabSz="914400" rtl="0" eaLnBrk="1" latinLnBrk="0" hangingPunct="1">
        <a:spcBef>
          <a:spcPct val="0"/>
        </a:spcBef>
        <a:buNone/>
        <a:defRPr sz="4800" b="0" kern="1200" cap="none" normalizeH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FAF7EE8C-5362-A9EA-0161-81D3622CD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524" y="5684548"/>
            <a:ext cx="5080000" cy="3587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92BDD7E-2BB7-AB47-3B64-14FCB8E02D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4524" y="1845928"/>
            <a:ext cx="5400000" cy="3166144"/>
          </a:xfrm>
        </p:spPr>
        <p:txBody>
          <a:bodyPr/>
          <a:lstStyle/>
          <a:p>
            <a:r>
              <a:rPr lang="en-US" dirty="0"/>
              <a:t>Investigation Summary: </a:t>
            </a:r>
          </a:p>
          <a:p>
            <a:r>
              <a:rPr lang="en-US" dirty="0"/>
              <a:t>HKIA &amp; AMCM Agent Data Access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8865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8A7183-FCCC-0E59-E6F0-3DB26CD478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999" y="1800000"/>
            <a:ext cx="8571730" cy="3705254"/>
          </a:xfrm>
        </p:spPr>
        <p:txBody>
          <a:bodyPr/>
          <a:lstStyle/>
          <a:p>
            <a:r>
              <a:rPr lang="en-US" sz="2000" dirty="0"/>
              <a:t>Agent Data comes from HKIA, AMCM, and internal AIA downloads</a:t>
            </a:r>
          </a:p>
          <a:p>
            <a:r>
              <a:rPr lang="en-US" sz="2000" dirty="0"/>
              <a:t>Internal downloads cover only active AIA agents</a:t>
            </a:r>
          </a:p>
          <a:p>
            <a:r>
              <a:rPr lang="en-US" sz="2000" dirty="0"/>
              <a:t>Users manually search HKIA / AMCM websites to verify missing details</a:t>
            </a:r>
          </a:p>
          <a:p>
            <a:r>
              <a:rPr lang="en-US" sz="2000" dirty="0"/>
              <a:t>A hybrid process is required due to incomplete coverage from any single source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7BDF1-49D7-F5F7-3260-651BF34D1E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Current State: Agent Data &amp; Verification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590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030945-E957-8536-F734-88D52978DB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999" y="1800000"/>
            <a:ext cx="4970711" cy="2518907"/>
          </a:xfrm>
        </p:spPr>
        <p:txBody>
          <a:bodyPr/>
          <a:lstStyle/>
          <a:p>
            <a:r>
              <a:rPr lang="en-US" sz="2000" dirty="0"/>
              <a:t>HKIA Limitations: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Public search result are capped at 1,000 agents per query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Search logic is character-based inclusion rather than prefix-based</a:t>
            </a:r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7243-2A3A-CB26-01D7-B65EA12059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0709" y="1790313"/>
            <a:ext cx="4831385" cy="2518907"/>
          </a:xfrm>
        </p:spPr>
        <p:txBody>
          <a:bodyPr/>
          <a:lstStyle/>
          <a:p>
            <a:r>
              <a:rPr lang="en-US" sz="2000" dirty="0"/>
              <a:t>AMCM Limitations:</a:t>
            </a:r>
          </a:p>
          <a:p>
            <a:pPr marL="342900" indent="-342900">
              <a:buFontTx/>
              <a:buChar char="-"/>
            </a:pPr>
            <a:r>
              <a:rPr lang="en-GB" sz="2000" dirty="0"/>
              <a:t>Internal tools are not always up to date</a:t>
            </a:r>
          </a:p>
          <a:p>
            <a:pPr marL="342900" indent="-342900">
              <a:buFontTx/>
              <a:buChar char="-"/>
            </a:pPr>
            <a:r>
              <a:rPr lang="en-GB" sz="2000" dirty="0"/>
              <a:t>Information gaps still require manual verification through the public website</a:t>
            </a:r>
          </a:p>
          <a:p>
            <a:endParaRPr lang="en-GB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98257-0921-3D13-8E57-DCFE3A3557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Core Problems &amp; Limitations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1144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9CDF41-0484-2F8B-2D32-EFB6D56BE5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669371"/>
            <a:ext cx="7332272" cy="4853893"/>
          </a:xfrm>
        </p:spPr>
        <p:txBody>
          <a:bodyPr/>
          <a:lstStyle/>
          <a:p>
            <a:r>
              <a:rPr lang="en-US" sz="2000" dirty="0"/>
              <a:t>Impact: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Significant manual effort is required across multiple teams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Manpower costs increase for low-value, repetitive 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Verification timeline are extended, delaying downstream processes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700" dirty="0"/>
          </a:p>
          <a:p>
            <a:r>
              <a:rPr lang="en-US" sz="2000" dirty="0"/>
              <a:t>Opportunity: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Reduce manual search effort through improved data access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Improve consistency, scalability, and efficiency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Enable a more suitable verification process</a:t>
            </a:r>
          </a:p>
          <a:p>
            <a:pPr marL="457200" lvl="1" indent="0">
              <a:buNone/>
            </a:pPr>
            <a:endParaRPr lang="en-GB" sz="2000" dirty="0"/>
          </a:p>
          <a:p>
            <a:endParaRPr lang="en-GB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181A0-7BE7-ACAD-4C81-41DA14D3C0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Operational Impact &amp; Opportunity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3915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0E955A-1022-A907-E30A-28099FD264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0000" y="1800000"/>
            <a:ext cx="9584100" cy="3695827"/>
          </a:xfrm>
        </p:spPr>
        <p:txBody>
          <a:bodyPr/>
          <a:lstStyle/>
          <a:p>
            <a:r>
              <a:rPr lang="en-US" sz="2000" dirty="0"/>
              <a:t>Proposed Direction: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Improve access to complete and authoritative agent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Reduce reliance on manual public website searches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Explore scalable and compliant automation approaches</a:t>
            </a:r>
          </a:p>
          <a:p>
            <a:r>
              <a:rPr lang="en-US" sz="2000" dirty="0"/>
              <a:t>Next Step: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Engage stakeholders to confirm requirements and constraints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Assess feasible data access or integration options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Evaluate compliance, governance, and data usage implications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91DFC-A564-484B-4811-855AD5E980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Proposed Direction &amp; Next Step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7344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3988CD4-DC7E-4D31-B600-CDEE39AAAD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235C8-074B-DBB8-BB8D-F0976247EB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9329018"/>
      </p:ext>
    </p:extLst>
  </p:cSld>
  <p:clrMapOvr>
    <a:masterClrMapping/>
  </p:clrMapOvr>
</p:sld>
</file>

<file path=ppt/theme/theme1.xml><?xml version="1.0" encoding="utf-8"?>
<a:theme xmlns:a="http://schemas.openxmlformats.org/drawingml/2006/main" name="AIA_2020">
  <a:themeElements>
    <a:clrScheme name="AIA_2020">
      <a:dk1>
        <a:srgbClr val="303D48"/>
      </a:dk1>
      <a:lt1>
        <a:srgbClr val="FFFFFF"/>
      </a:lt1>
      <a:dk2>
        <a:srgbClr val="1F78AD"/>
      </a:dk2>
      <a:lt2>
        <a:srgbClr val="D3CAC3"/>
      </a:lt2>
      <a:accent1>
        <a:srgbClr val="D31145"/>
      </a:accent1>
      <a:accent2>
        <a:srgbClr val="BA0361"/>
      </a:accent2>
      <a:accent3>
        <a:srgbClr val="FF754D"/>
      </a:accent3>
      <a:accent4>
        <a:srgbClr val="F7C926"/>
      </a:accent4>
      <a:accent5>
        <a:srgbClr val="A199BA"/>
      </a:accent5>
      <a:accent6>
        <a:srgbClr val="4C4793"/>
      </a:accent6>
      <a:hlink>
        <a:srgbClr val="4C4793"/>
      </a:hlink>
      <a:folHlink>
        <a:srgbClr val="0845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IA_PPT_Template_2018_16x9_V3.1" id="{C24C495E-28EC-4C06-8757-BE4D80E4F71D}" vid="{3469129E-3778-43A8-9BE1-B54836CD943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54</TotalTime>
  <Words>215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AIA_2020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Harry-CC</dc:creator>
  <cp:lastModifiedBy>Wang, Harry-CC</cp:lastModifiedBy>
  <cp:revision>6</cp:revision>
  <dcterms:created xsi:type="dcterms:W3CDTF">2026-01-22T01:50:14Z</dcterms:created>
  <dcterms:modified xsi:type="dcterms:W3CDTF">2026-02-02T02:46:31Z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91b32ef-ed69-48a4-80a7-c96eee60b7ed_Enabled">
    <vt:lpwstr>true</vt:lpwstr>
  </property>
  <property fmtid="{D5CDD505-2E9C-101B-9397-08002B2CF9AE}" pid="3" name="MSIP_Label_891b32ef-ed69-48a4-80a7-c96eee60b7ed_SetDate">
    <vt:lpwstr>2026-01-22T01:57:17Z</vt:lpwstr>
  </property>
  <property fmtid="{D5CDD505-2E9C-101B-9397-08002B2CF9AE}" pid="4" name="MSIP_Label_891b32ef-ed69-48a4-80a7-c96eee60b7ed_Method">
    <vt:lpwstr>Privileged</vt:lpwstr>
  </property>
  <property fmtid="{D5CDD505-2E9C-101B-9397-08002B2CF9AE}" pid="5" name="MSIP_Label_891b32ef-ed69-48a4-80a7-c96eee60b7ed_Name">
    <vt:lpwstr>891b32ef-ed69-48a4-80a7-c96eee60b7ed</vt:lpwstr>
  </property>
  <property fmtid="{D5CDD505-2E9C-101B-9397-08002B2CF9AE}" pid="6" name="MSIP_Label_891b32ef-ed69-48a4-80a7-c96eee60b7ed_SiteId">
    <vt:lpwstr>7f2c1900-9fd4-4b89-91d3-79a649996f0a</vt:lpwstr>
  </property>
  <property fmtid="{D5CDD505-2E9C-101B-9397-08002B2CF9AE}" pid="7" name="MSIP_Label_891b32ef-ed69-48a4-80a7-c96eee60b7ed_ActionId">
    <vt:lpwstr>e9ed798e-5aa4-463a-956f-221d863930cc</vt:lpwstr>
  </property>
  <property fmtid="{D5CDD505-2E9C-101B-9397-08002B2CF9AE}" pid="8" name="MSIP_Label_891b32ef-ed69-48a4-80a7-c96eee60b7ed_ContentBits">
    <vt:lpwstr>2</vt:lpwstr>
  </property>
  <property fmtid="{D5CDD505-2E9C-101B-9397-08002B2CF9AE}" pid="9" name="MSIP_Label_891b32ef-ed69-48a4-80a7-c96eee60b7ed_Tag">
    <vt:lpwstr>10, 0, 1, 1</vt:lpwstr>
  </property>
  <property fmtid="{D5CDD505-2E9C-101B-9397-08002B2CF9AE}" pid="10" name="ClassificationContentMarkingFooterLocations">
    <vt:lpwstr>AIA_2020:2</vt:lpwstr>
  </property>
  <property fmtid="{D5CDD505-2E9C-101B-9397-08002B2CF9AE}" pid="11" name="ClassificationContentMarkingFooterText">
    <vt:lpwstr>[AIA – PUBLIC]</vt:lpwstr>
  </property>
</Properties>
</file>