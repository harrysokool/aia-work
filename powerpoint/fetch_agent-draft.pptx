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59" r:id="rId4"/>
    <p:sldId id="261" r:id="rId5"/>
    <p:sldId id="265" r:id="rId6"/>
    <p:sldId id="262" r:id="rId7"/>
    <p:sldId id="26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53" autoAdjust="0"/>
    <p:restoredTop sz="94694"/>
  </p:normalViewPr>
  <p:slideViewPr>
    <p:cSldViewPr snapToGrid="0">
      <p:cViewPr varScale="1">
        <p:scale>
          <a:sx n="115" d="100"/>
          <a:sy n="115" d="100"/>
        </p:scale>
        <p:origin x="186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A_TitleSlide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3DE312-0E56-1747-B671-3F457AA8D76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E52CBAF-C878-FD45-8AF4-3C799CB4F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26370" b="31414"/>
          <a:stretch/>
        </p:blipFill>
        <p:spPr>
          <a:xfrm>
            <a:off x="6580800" y="0"/>
            <a:ext cx="5611200" cy="6858000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5FAC4E2A-F096-5540-918E-6F520E475C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000" y="3601225"/>
            <a:ext cx="5080000" cy="3587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date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0DD8F76D-7AD6-444B-9E55-80A650B42C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2160000"/>
            <a:ext cx="5400000" cy="12690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5E6EB-133C-4C47-A11D-54E804FE9C2F}"/>
              </a:ext>
            </a:extLst>
          </p:cNvPr>
          <p:cNvSpPr txBox="1"/>
          <p:nvPr/>
        </p:nvSpPr>
        <p:spPr>
          <a:xfrm>
            <a:off x="36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 </a:t>
            </a:r>
            <a:endParaRPr 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9903880-9FDE-8D40-A562-3D8B9CB09A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436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A_blank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21E97CF3-1B2B-3C4F-B98D-C24E6E08FCF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004" t="5114" r="34651" b="24263"/>
          <a:stretch/>
        </p:blipFill>
        <p:spPr>
          <a:xfrm>
            <a:off x="10178106" y="4184921"/>
            <a:ext cx="2021388" cy="2673079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283C79D-02B2-7C4C-ACCB-2BC606AA32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6DAD27A-8F08-5A49-AF70-761746D02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749EC80-4233-41C2-B931-1B5A3EFC97B3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5F38DE-1350-2D4C-B6FB-3A271A28F8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372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F80291D-9E0D-4F4E-B07E-13D3B4C230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ts val="3200"/>
              </a:lnSpc>
              <a:defRPr sz="3600">
                <a:solidFill>
                  <a:srgbClr val="333D47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Headline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3BE3CB4-AD8C-5A4B-A57E-EC5458BD2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0000" y="5792400"/>
            <a:ext cx="6350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75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heme" Target="../theme/theme1.xml"/><Relationship Id="rId7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sv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6106E65-026A-4C46-AFB0-85C3E784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540000"/>
            <a:ext cx="11472000" cy="10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707E24A-2FF5-4246-BEF6-082A61118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00000"/>
            <a:ext cx="11472000" cy="33641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7F45575-B773-1649-9EFE-1C08EEFD4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749EC80-4233-41C2-B931-1B5A3EFC97B3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FEDD73-913A-A14E-9158-0586EE3B58B5}"/>
              </a:ext>
            </a:extLst>
          </p:cNvPr>
          <p:cNvSpPr txBox="1"/>
          <p:nvPr/>
        </p:nvSpPr>
        <p:spPr>
          <a:xfrm>
            <a:off x="72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noAutofit/>
          </a:bodyPr>
          <a:lstStyle/>
          <a:p>
            <a:r>
              <a:rPr lang="en-GB" sz="800" b="0" i="0" dirty="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E0203ACC-1921-3649-A2D8-9E4ECC5D2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26840" y="1353662"/>
            <a:ext cx="1844675" cy="801569"/>
          </a:xfrm>
          <a:prstGeom prst="rect">
            <a:avLst/>
          </a:prstGeom>
          <a:solidFill>
            <a:srgbClr val="333D47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CHARCOAL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R51 G61 B71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 7">
            <a:extLst>
              <a:ext uri="{FF2B5EF4-FFF2-40B4-BE49-F238E27FC236}">
                <a16:creationId xmlns:a16="http://schemas.microsoft.com/office/drawing/2014/main" id="{3EE7A4A7-B933-B24E-AC2D-C118217EF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14697" y="407231"/>
            <a:ext cx="1821348" cy="806397"/>
          </a:xfrm>
          <a:prstGeom prst="rect">
            <a:avLst/>
          </a:prstGeom>
          <a:solidFill>
            <a:srgbClr val="D3114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RED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G17 B69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7F8F61-AACF-4D43-A48E-73FD89E9FAC0}"/>
              </a:ext>
            </a:extLst>
          </p:cNvPr>
          <p:cNvSpPr txBox="1"/>
          <p:nvPr/>
        </p:nvSpPr>
        <p:spPr>
          <a:xfrm>
            <a:off x="-2942426" y="376236"/>
            <a:ext cx="259484" cy="1937287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COLOURS</a:t>
            </a:r>
          </a:p>
        </p:txBody>
      </p:sp>
      <p:sp>
        <p:nvSpPr>
          <p:cNvPr id="67" name="Rectangle 9">
            <a:extLst>
              <a:ext uri="{FF2B5EF4-FFF2-40B4-BE49-F238E27FC236}">
                <a16:creationId xmlns:a16="http://schemas.microsoft.com/office/drawing/2014/main" id="{6E16C6D7-5D67-3F48-9BAD-5211CB2770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7303" y="5798524"/>
            <a:ext cx="1487670" cy="646439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WARM GREY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G202 B195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Rectangle 9">
            <a:extLst>
              <a:ext uri="{FF2B5EF4-FFF2-40B4-BE49-F238E27FC236}">
                <a16:creationId xmlns:a16="http://schemas.microsoft.com/office/drawing/2014/main" id="{30414EC1-704C-FF47-9611-AD4C8B879B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1877530"/>
            <a:ext cx="1487670" cy="646439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 ORANGE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G117 B77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EDC2E1-B0F0-2B4D-8CFB-F684F18144D9}"/>
              </a:ext>
            </a:extLst>
          </p:cNvPr>
          <p:cNvSpPr txBox="1"/>
          <p:nvPr/>
        </p:nvSpPr>
        <p:spPr>
          <a:xfrm>
            <a:off x="-4910208" y="379515"/>
            <a:ext cx="314328" cy="3271299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SUPPORTING COLOURS</a:t>
            </a:r>
          </a:p>
        </p:txBody>
      </p:sp>
      <p:sp>
        <p:nvSpPr>
          <p:cNvPr id="70" name="Rectangle 9">
            <a:extLst>
              <a:ext uri="{FF2B5EF4-FFF2-40B4-BE49-F238E27FC236}">
                <a16:creationId xmlns:a16="http://schemas.microsoft.com/office/drawing/2014/main" id="{32D26DB1-D22B-0146-BEE0-26A6F12347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2663784"/>
            <a:ext cx="1487670" cy="646439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YELLOW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R247 G201 B38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9">
            <a:extLst>
              <a:ext uri="{FF2B5EF4-FFF2-40B4-BE49-F238E27FC236}">
                <a16:creationId xmlns:a16="http://schemas.microsoft.com/office/drawing/2014/main" id="{38917B89-6ECF-F74A-9BA2-E9FCB7C72D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4266004"/>
            <a:ext cx="1487670" cy="646439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LAVENDER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R161 G153 B186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9">
            <a:extLst>
              <a:ext uri="{FF2B5EF4-FFF2-40B4-BE49-F238E27FC236}">
                <a16:creationId xmlns:a16="http://schemas.microsoft.com/office/drawing/2014/main" id="{A835CB3C-C322-B743-8984-3B3E27A03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5052258"/>
            <a:ext cx="1487670" cy="64643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BLUE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R31 G120 B173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9">
            <a:extLst>
              <a:ext uri="{FF2B5EF4-FFF2-40B4-BE49-F238E27FC236}">
                <a16:creationId xmlns:a16="http://schemas.microsoft.com/office/drawing/2014/main" id="{0EB3A011-77AD-EE4C-BB9E-688A1F0E4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1125046"/>
            <a:ext cx="1487670" cy="646439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CERISE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R186 G3 B97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9">
            <a:extLst>
              <a:ext uri="{FF2B5EF4-FFF2-40B4-BE49-F238E27FC236}">
                <a16:creationId xmlns:a16="http://schemas.microsoft.com/office/drawing/2014/main" id="{402466E5-EFAB-0E4A-B977-56C6D30093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3449154"/>
            <a:ext cx="1487670" cy="646439"/>
          </a:xfrm>
          <a:prstGeom prst="rect">
            <a:avLst/>
          </a:prstGeom>
          <a:solidFill>
            <a:schemeClr val="accent6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PURPLE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R76 G71 B148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9">
            <a:extLst>
              <a:ext uri="{FF2B5EF4-FFF2-40B4-BE49-F238E27FC236}">
                <a16:creationId xmlns:a16="http://schemas.microsoft.com/office/drawing/2014/main" id="{F469A4F2-3792-2E49-8B38-6AFC638127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373206"/>
            <a:ext cx="1487670" cy="646439"/>
          </a:xfrm>
          <a:prstGeom prst="rect">
            <a:avLst/>
          </a:prstGeom>
          <a:solidFill>
            <a:srgbClr val="FF7A8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SALMON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G122 B133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DFD5F1-7ED6-7A4F-A85D-AC9239B9A9E4}"/>
              </a:ext>
            </a:extLst>
          </p:cNvPr>
          <p:cNvGrpSpPr/>
          <p:nvPr/>
        </p:nvGrpSpPr>
        <p:grpSpPr>
          <a:xfrm>
            <a:off x="-4617304" y="796253"/>
            <a:ext cx="1494303" cy="224029"/>
            <a:chOff x="5716131" y="796253"/>
            <a:chExt cx="995522" cy="224029"/>
          </a:xfrm>
        </p:grpSpPr>
        <p:sp>
          <p:nvSpPr>
            <p:cNvPr id="77" name="Rectangle 19">
              <a:extLst>
                <a:ext uri="{FF2B5EF4-FFF2-40B4-BE49-F238E27FC236}">
                  <a16:creationId xmlns:a16="http://schemas.microsoft.com/office/drawing/2014/main" id="{69707F44-6BC5-024E-87D0-3237CAF96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78" name="Rectangle 20">
              <a:extLst>
                <a:ext uri="{FF2B5EF4-FFF2-40B4-BE49-F238E27FC236}">
                  <a16:creationId xmlns:a16="http://schemas.microsoft.com/office/drawing/2014/main" id="{D0D916EB-9F54-2F4B-BDD0-F87734354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6BDFF9-62CE-8349-B945-5E4093758751}"/>
              </a:ext>
            </a:extLst>
          </p:cNvPr>
          <p:cNvGrpSpPr/>
          <p:nvPr/>
        </p:nvGrpSpPr>
        <p:grpSpPr>
          <a:xfrm>
            <a:off x="-2626840" y="1878230"/>
            <a:ext cx="1844675" cy="277791"/>
            <a:chOff x="2606261" y="3143449"/>
            <a:chExt cx="2458017" cy="277791"/>
          </a:xfrm>
        </p:grpSpPr>
        <p:sp>
          <p:nvSpPr>
            <p:cNvPr id="80" name="Rectangle 19">
              <a:extLst>
                <a:ext uri="{FF2B5EF4-FFF2-40B4-BE49-F238E27FC236}">
                  <a16:creationId xmlns:a16="http://schemas.microsoft.com/office/drawing/2014/main" id="{914B8044-F95A-A74A-BC30-F3A5C9B45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DCFFAD6D-DAE4-824F-BF41-EE5D85829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2" name="Rectangle 22">
              <a:extLst>
                <a:ext uri="{FF2B5EF4-FFF2-40B4-BE49-F238E27FC236}">
                  <a16:creationId xmlns:a16="http://schemas.microsoft.com/office/drawing/2014/main" id="{B42DD97E-811A-2B47-918D-7C0F00110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3" name="Rectangle 19">
              <a:extLst>
                <a:ext uri="{FF2B5EF4-FFF2-40B4-BE49-F238E27FC236}">
                  <a16:creationId xmlns:a16="http://schemas.microsoft.com/office/drawing/2014/main" id="{3D37BE17-9C0A-E749-A606-9BC8E7CE3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29FDAA7-EDA4-E344-BCAC-7F6CCDECD451}"/>
              </a:ext>
            </a:extLst>
          </p:cNvPr>
          <p:cNvGrpSpPr/>
          <p:nvPr/>
        </p:nvGrpSpPr>
        <p:grpSpPr>
          <a:xfrm>
            <a:off x="-2626840" y="957107"/>
            <a:ext cx="1844675" cy="277791"/>
            <a:chOff x="2606261" y="3143449"/>
            <a:chExt cx="2458017" cy="277791"/>
          </a:xfrm>
        </p:grpSpPr>
        <p:sp>
          <p:nvSpPr>
            <p:cNvPr id="85" name="Rectangle 19">
              <a:extLst>
                <a:ext uri="{FF2B5EF4-FFF2-40B4-BE49-F238E27FC236}">
                  <a16:creationId xmlns:a16="http://schemas.microsoft.com/office/drawing/2014/main" id="{322E5F21-86AC-9847-9EAE-BB1715E93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6" name="Rectangle 20">
              <a:extLst>
                <a:ext uri="{FF2B5EF4-FFF2-40B4-BE49-F238E27FC236}">
                  <a16:creationId xmlns:a16="http://schemas.microsoft.com/office/drawing/2014/main" id="{6F019A4D-1606-E749-A834-546B40C5F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7" name="Rectangle 22">
              <a:extLst>
                <a:ext uri="{FF2B5EF4-FFF2-40B4-BE49-F238E27FC236}">
                  <a16:creationId xmlns:a16="http://schemas.microsoft.com/office/drawing/2014/main" id="{7308B2FC-69DD-954E-8980-2EC3AA1D7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8" name="Rectangle 19">
              <a:extLst>
                <a:ext uri="{FF2B5EF4-FFF2-40B4-BE49-F238E27FC236}">
                  <a16:creationId xmlns:a16="http://schemas.microsoft.com/office/drawing/2014/main" id="{74AC479E-3F57-E644-A3C7-97D4AB45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E533266-6387-9B46-8624-65A0D9D79FF0}"/>
              </a:ext>
            </a:extLst>
          </p:cNvPr>
          <p:cNvGrpSpPr/>
          <p:nvPr/>
        </p:nvGrpSpPr>
        <p:grpSpPr>
          <a:xfrm>
            <a:off x="-4617304" y="1549288"/>
            <a:ext cx="1494303" cy="224029"/>
            <a:chOff x="5716131" y="796253"/>
            <a:chExt cx="995522" cy="224029"/>
          </a:xfrm>
        </p:grpSpPr>
        <p:sp>
          <p:nvSpPr>
            <p:cNvPr id="90" name="Rectangle 19">
              <a:extLst>
                <a:ext uri="{FF2B5EF4-FFF2-40B4-BE49-F238E27FC236}">
                  <a16:creationId xmlns:a16="http://schemas.microsoft.com/office/drawing/2014/main" id="{BB7C84DB-7787-A44D-865E-1BD05831D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1" name="Rectangle 20">
              <a:extLst>
                <a:ext uri="{FF2B5EF4-FFF2-40B4-BE49-F238E27FC236}">
                  <a16:creationId xmlns:a16="http://schemas.microsoft.com/office/drawing/2014/main" id="{9A96F96C-40C9-8D49-A8DD-AB3B11C9C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A26BA09-7293-5840-8B41-BA669E1DA42E}"/>
              </a:ext>
            </a:extLst>
          </p:cNvPr>
          <p:cNvGrpSpPr/>
          <p:nvPr/>
        </p:nvGrpSpPr>
        <p:grpSpPr>
          <a:xfrm>
            <a:off x="-4617304" y="2295599"/>
            <a:ext cx="1494303" cy="224029"/>
            <a:chOff x="5716131" y="796253"/>
            <a:chExt cx="995522" cy="224029"/>
          </a:xfrm>
        </p:grpSpPr>
        <p:sp>
          <p:nvSpPr>
            <p:cNvPr id="93" name="Rectangle 19">
              <a:extLst>
                <a:ext uri="{FF2B5EF4-FFF2-40B4-BE49-F238E27FC236}">
                  <a16:creationId xmlns:a16="http://schemas.microsoft.com/office/drawing/2014/main" id="{07DA5FAE-B117-1349-8D4B-5D7FCC814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4" name="Rectangle 20">
              <a:extLst>
                <a:ext uri="{FF2B5EF4-FFF2-40B4-BE49-F238E27FC236}">
                  <a16:creationId xmlns:a16="http://schemas.microsoft.com/office/drawing/2014/main" id="{F8E4D5C8-28FE-3740-934F-B88CFC79C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E60DD88-FE73-4A4E-83B0-C27EC4180A40}"/>
              </a:ext>
            </a:extLst>
          </p:cNvPr>
          <p:cNvGrpSpPr/>
          <p:nvPr/>
        </p:nvGrpSpPr>
        <p:grpSpPr>
          <a:xfrm>
            <a:off x="-4617304" y="3088976"/>
            <a:ext cx="1494303" cy="224029"/>
            <a:chOff x="5716131" y="796253"/>
            <a:chExt cx="995522" cy="224029"/>
          </a:xfrm>
        </p:grpSpPr>
        <p:sp>
          <p:nvSpPr>
            <p:cNvPr id="96" name="Rectangle 19">
              <a:extLst>
                <a:ext uri="{FF2B5EF4-FFF2-40B4-BE49-F238E27FC236}">
                  <a16:creationId xmlns:a16="http://schemas.microsoft.com/office/drawing/2014/main" id="{F65AC04E-77DF-3D4F-ABC4-331908CD1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7" name="Rectangle 20">
              <a:extLst>
                <a:ext uri="{FF2B5EF4-FFF2-40B4-BE49-F238E27FC236}">
                  <a16:creationId xmlns:a16="http://schemas.microsoft.com/office/drawing/2014/main" id="{3A43A58E-FE1C-F241-9FCD-27CDB423B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5EC0C6B-BF0B-E84D-94EC-435A104A61F7}"/>
              </a:ext>
            </a:extLst>
          </p:cNvPr>
          <p:cNvGrpSpPr/>
          <p:nvPr/>
        </p:nvGrpSpPr>
        <p:grpSpPr>
          <a:xfrm>
            <a:off x="-4617304" y="3875629"/>
            <a:ext cx="1494303" cy="224029"/>
            <a:chOff x="5716131" y="796253"/>
            <a:chExt cx="995522" cy="224029"/>
          </a:xfrm>
        </p:grpSpPr>
        <p:sp>
          <p:nvSpPr>
            <p:cNvPr id="99" name="Rectangle 19">
              <a:extLst>
                <a:ext uri="{FF2B5EF4-FFF2-40B4-BE49-F238E27FC236}">
                  <a16:creationId xmlns:a16="http://schemas.microsoft.com/office/drawing/2014/main" id="{E7176F59-7B72-9148-B6EC-3D9A485B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0" name="Rectangle 20">
              <a:extLst>
                <a:ext uri="{FF2B5EF4-FFF2-40B4-BE49-F238E27FC236}">
                  <a16:creationId xmlns:a16="http://schemas.microsoft.com/office/drawing/2014/main" id="{2C7F8097-BD91-F644-9F8C-937FCE32D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E38DB8D-4AE7-FB41-966F-59657509D300}"/>
              </a:ext>
            </a:extLst>
          </p:cNvPr>
          <p:cNvGrpSpPr/>
          <p:nvPr/>
        </p:nvGrpSpPr>
        <p:grpSpPr>
          <a:xfrm>
            <a:off x="-4617304" y="4695900"/>
            <a:ext cx="1494303" cy="224029"/>
            <a:chOff x="5716131" y="796253"/>
            <a:chExt cx="995522" cy="224029"/>
          </a:xfrm>
        </p:grpSpPr>
        <p:sp>
          <p:nvSpPr>
            <p:cNvPr id="102" name="Rectangle 19">
              <a:extLst>
                <a:ext uri="{FF2B5EF4-FFF2-40B4-BE49-F238E27FC236}">
                  <a16:creationId xmlns:a16="http://schemas.microsoft.com/office/drawing/2014/main" id="{8E88217E-F57C-0F4D-A0DC-EAC60891A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3" name="Rectangle 20">
              <a:extLst>
                <a:ext uri="{FF2B5EF4-FFF2-40B4-BE49-F238E27FC236}">
                  <a16:creationId xmlns:a16="http://schemas.microsoft.com/office/drawing/2014/main" id="{0FE0007D-5F31-E149-B0CF-AB6784C43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FE9AD56-297C-DB4B-A7BE-D6B0F01510E8}"/>
              </a:ext>
            </a:extLst>
          </p:cNvPr>
          <p:cNvGrpSpPr/>
          <p:nvPr/>
        </p:nvGrpSpPr>
        <p:grpSpPr>
          <a:xfrm>
            <a:off x="-4617304" y="5482553"/>
            <a:ext cx="1494303" cy="224029"/>
            <a:chOff x="5716131" y="796253"/>
            <a:chExt cx="995522" cy="224029"/>
          </a:xfrm>
        </p:grpSpPr>
        <p:sp>
          <p:nvSpPr>
            <p:cNvPr id="105" name="Rectangle 19">
              <a:extLst>
                <a:ext uri="{FF2B5EF4-FFF2-40B4-BE49-F238E27FC236}">
                  <a16:creationId xmlns:a16="http://schemas.microsoft.com/office/drawing/2014/main" id="{BAE1D5DB-96CD-7A41-AC4C-B60EE6BB7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6" name="Rectangle 20">
              <a:extLst>
                <a:ext uri="{FF2B5EF4-FFF2-40B4-BE49-F238E27FC236}">
                  <a16:creationId xmlns:a16="http://schemas.microsoft.com/office/drawing/2014/main" id="{91DC9FA1-0AEE-A849-8DCF-0F227C3A7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51248F3-2F75-594D-B53D-6D8AF82EB3EE}"/>
              </a:ext>
            </a:extLst>
          </p:cNvPr>
          <p:cNvGrpSpPr/>
          <p:nvPr/>
        </p:nvGrpSpPr>
        <p:grpSpPr>
          <a:xfrm>
            <a:off x="-4617304" y="6228865"/>
            <a:ext cx="1494303" cy="224029"/>
            <a:chOff x="5716131" y="796253"/>
            <a:chExt cx="995522" cy="224029"/>
          </a:xfrm>
        </p:grpSpPr>
        <p:sp>
          <p:nvSpPr>
            <p:cNvPr id="108" name="Rectangle 19">
              <a:extLst>
                <a:ext uri="{FF2B5EF4-FFF2-40B4-BE49-F238E27FC236}">
                  <a16:creationId xmlns:a16="http://schemas.microsoft.com/office/drawing/2014/main" id="{2C100E18-2C92-5642-871F-193C519D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9" name="Rectangle 20">
              <a:extLst>
                <a:ext uri="{FF2B5EF4-FFF2-40B4-BE49-F238E27FC236}">
                  <a16:creationId xmlns:a16="http://schemas.microsoft.com/office/drawing/2014/main" id="{C725273B-18AD-5547-A9A0-E5E2D55F15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1CF833E4-0060-484E-9965-5F640274AD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2164590" y="5400000"/>
            <a:ext cx="1828800" cy="660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EABF413-2674-1F41-94B7-816E8AFB80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2164590" y="4661279"/>
            <a:ext cx="1828800" cy="6604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2AB809A-5890-BF46-A223-5F7B2A123F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2164590" y="3600000"/>
            <a:ext cx="635000" cy="660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2CF3A70-9F27-F645-9FE9-CD81E473DE4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2874969" y="3600000"/>
            <a:ext cx="635000" cy="660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88D0BE-2EA1-94D6-EEC3-387CC348182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61912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3171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[AIA – PUBLIC]</a:t>
            </a:r>
          </a:p>
        </p:txBody>
      </p:sp>
    </p:spTree>
    <p:extLst>
      <p:ext uri="{BB962C8B-B14F-4D97-AF65-F5344CB8AC3E}">
        <p14:creationId xmlns:p14="http://schemas.microsoft.com/office/powerpoint/2010/main" val="1447085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53" r:id="rId2"/>
  </p:sldLayoutIdLst>
  <p:txStyles>
    <p:titleStyle>
      <a:lvl1pPr algn="l" defTabSz="914400" rtl="0" eaLnBrk="1" latinLnBrk="0" hangingPunct="1">
        <a:spcBef>
          <a:spcPct val="0"/>
        </a:spcBef>
        <a:buNone/>
        <a:defRPr sz="4800" b="0" kern="1200" cap="none" normalizeH="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>
          <p15:clr>
            <a:srgbClr val="F26B43"/>
          </p15:clr>
        </p15:guide>
        <p15:guide id="2" pos="744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1">
            <a:extLst>
              <a:ext uri="{FF2B5EF4-FFF2-40B4-BE49-F238E27FC236}">
                <a16:creationId xmlns:a16="http://schemas.microsoft.com/office/drawing/2014/main" id="{FAF7EE8C-5362-A9EA-0161-81D3622CD7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524" y="5684548"/>
            <a:ext cx="5080000" cy="3587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92BDD7E-2BB7-AB47-3B64-14FCB8E02D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4523" y="1976556"/>
            <a:ext cx="6061891" cy="3166144"/>
          </a:xfrm>
        </p:spPr>
        <p:txBody>
          <a:bodyPr/>
          <a:lstStyle/>
          <a:p>
            <a:r>
              <a:rPr lang="en-CA" sz="4000" dirty="0"/>
              <a:t>Agent Data Access </a:t>
            </a:r>
          </a:p>
          <a:p>
            <a:r>
              <a:rPr lang="en-CA" sz="4000" dirty="0"/>
              <a:t>&amp; </a:t>
            </a:r>
          </a:p>
          <a:p>
            <a:r>
              <a:rPr lang="en-CA" sz="4000" dirty="0"/>
              <a:t>Verification Challenges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3608865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C8A7183-FCCC-0E59-E6F0-3DB26CD478A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457099"/>
            <a:ext cx="9624921" cy="3522225"/>
          </a:xfrm>
        </p:spPr>
        <p:txBody>
          <a:bodyPr/>
          <a:lstStyle/>
          <a:p>
            <a:r>
              <a:rPr lang="en-US" sz="2000" dirty="0"/>
              <a:t>Agent Data comes from: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HKIA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AMCM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Internal downloads</a:t>
            </a:r>
          </a:p>
          <a:p>
            <a:r>
              <a:rPr lang="en-US" sz="2000" dirty="0"/>
              <a:t>Internal downloads cover only active AIA agents</a:t>
            </a:r>
          </a:p>
          <a:p>
            <a:r>
              <a:rPr lang="en-CA" sz="2000" dirty="0"/>
              <a:t>As a result, a hybrid manual process is required</a:t>
            </a:r>
            <a:endParaRPr lang="en-US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F7BDF1-49D7-F5F7-3260-651BF34D1E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Current State: Agent Data &amp; Verification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483746-391C-00BD-3CFB-08D7F58C08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989" y="4548294"/>
            <a:ext cx="2467319" cy="952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B0F8AD-21D5-7731-CC11-8EF4C9AB7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024" y="4648321"/>
            <a:ext cx="3419952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0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030945-E957-8536-F734-88D52978DB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999" y="1489757"/>
            <a:ext cx="4970711" cy="2518907"/>
          </a:xfrm>
        </p:spPr>
        <p:txBody>
          <a:bodyPr/>
          <a:lstStyle/>
          <a:p>
            <a:r>
              <a:rPr lang="en-US" sz="2000" dirty="0"/>
              <a:t>HKIA Limitations: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Public search result are capped at 1,000 agents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Search logic is character-based inclusion rather than prefix-based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Time consuming</a:t>
            </a:r>
            <a:endParaRPr lang="en-GB" sz="17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B7243-2A3A-CB26-01D7-B65EA12059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30710" y="1489756"/>
            <a:ext cx="4831385" cy="2518907"/>
          </a:xfrm>
        </p:spPr>
        <p:txBody>
          <a:bodyPr/>
          <a:lstStyle/>
          <a:p>
            <a:r>
              <a:rPr lang="en-US" sz="2000" dirty="0"/>
              <a:t>AMCM Limitations: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700" dirty="0"/>
              <a:t>Internal tools are not always up to date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700" dirty="0"/>
              <a:t>Information gaps still require manual verification</a:t>
            </a:r>
          </a:p>
          <a:p>
            <a:endParaRPr lang="en-GB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598257-0921-3D13-8E57-DCFE3A3557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Core Problems &amp; Limitations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E3E68C-2041-AC71-8C87-A6E4A8394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9" y="4212903"/>
            <a:ext cx="5023637" cy="133867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6FB38-DEB2-CF7F-F9F8-F16E277FF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2132" y="3429000"/>
            <a:ext cx="3465503" cy="2651635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34877AAA-9C43-61C7-0D82-4B71E774712D}"/>
              </a:ext>
            </a:extLst>
          </p:cNvPr>
          <p:cNvSpPr/>
          <p:nvPr/>
        </p:nvSpPr>
        <p:spPr>
          <a:xfrm>
            <a:off x="5494279" y="4882242"/>
            <a:ext cx="668904" cy="27373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11443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C9CDF41-0484-2F8B-2D32-EFB6D56BE5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505800"/>
            <a:ext cx="9322843" cy="1369176"/>
          </a:xfrm>
        </p:spPr>
        <p:txBody>
          <a:bodyPr/>
          <a:lstStyle/>
          <a:p>
            <a:r>
              <a:rPr lang="en-CA" sz="2000" dirty="0"/>
              <a:t>High manual effort across teams</a:t>
            </a:r>
            <a:endParaRPr lang="en-US" sz="2000" dirty="0"/>
          </a:p>
          <a:p>
            <a:r>
              <a:rPr lang="en-CA" sz="2000" dirty="0"/>
              <a:t>Rising cost from repetitive work</a:t>
            </a:r>
          </a:p>
          <a:p>
            <a:r>
              <a:rPr lang="en-CA" sz="2000" dirty="0"/>
              <a:t>Delays in downstream processes</a:t>
            </a:r>
            <a:endParaRPr lang="en-GB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E181A0-7BE7-ACAD-4C81-41DA14D3C0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Operational Impact</a:t>
            </a:r>
            <a:endParaRPr lang="en-GB" dirty="0"/>
          </a:p>
        </p:txBody>
      </p:sp>
      <p:pic>
        <p:nvPicPr>
          <p:cNvPr id="1026" name="Picture 2" descr="Business man hard working concept .Cartoon Business man working on PC ...">
            <a:extLst>
              <a:ext uri="{FF2B5EF4-FFF2-40B4-BE49-F238E27FC236}">
                <a16:creationId xmlns:a16="http://schemas.microsoft.com/office/drawing/2014/main" id="{EA5D6616-49BC-8B4B-E07A-CB94627A3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618" y="3781853"/>
            <a:ext cx="1889742" cy="1607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oney Wings Flying Isolated 5488534 Vector Art at Vecteezy">
            <a:extLst>
              <a:ext uri="{FF2B5EF4-FFF2-40B4-BE49-F238E27FC236}">
                <a16:creationId xmlns:a16="http://schemas.microsoft.com/office/drawing/2014/main" id="{9E410C2E-9915-5C52-2D4B-554835628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7589" y="3117099"/>
            <a:ext cx="1409741" cy="1409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C30424-0CD5-ACB5-CF59-C5DA646C6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3842" y="4585524"/>
            <a:ext cx="1480262" cy="1533352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09E5D733-0497-1C59-9C39-60CF8B1FA29F}"/>
              </a:ext>
            </a:extLst>
          </p:cNvPr>
          <p:cNvCxnSpPr>
            <a:cxnSpLocks/>
          </p:cNvCxnSpPr>
          <p:nvPr/>
        </p:nvCxnSpPr>
        <p:spPr>
          <a:xfrm flipV="1">
            <a:off x="6344745" y="3939011"/>
            <a:ext cx="1249136" cy="587829"/>
          </a:xfrm>
          <a:prstGeom prst="bentConnector3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513590A-A0B3-37BD-901E-57C06B636E38}"/>
              </a:ext>
            </a:extLst>
          </p:cNvPr>
          <p:cNvCxnSpPr>
            <a:cxnSpLocks/>
          </p:cNvCxnSpPr>
          <p:nvPr/>
        </p:nvCxnSpPr>
        <p:spPr>
          <a:xfrm>
            <a:off x="6344745" y="4526840"/>
            <a:ext cx="1249136" cy="563336"/>
          </a:xfrm>
          <a:prstGeom prst="bentConnector3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3915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E977042-2979-6145-A87B-765DC819EB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7232786" cy="2916793"/>
          </a:xfrm>
        </p:spPr>
        <p:txBody>
          <a:bodyPr/>
          <a:lstStyle/>
          <a:p>
            <a:r>
              <a:rPr lang="en-US" sz="2000" dirty="0"/>
              <a:t>Reduce manual search effort through improved data access</a:t>
            </a:r>
          </a:p>
          <a:p>
            <a:r>
              <a:rPr lang="en-US" sz="2000" dirty="0"/>
              <a:t>Improve consistency, scalability, and efficiency</a:t>
            </a:r>
          </a:p>
          <a:p>
            <a:r>
              <a:rPr lang="en-US" sz="2000" dirty="0"/>
              <a:t>Enable a more suitable verification process</a:t>
            </a:r>
          </a:p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DEC1C-3502-D6F0-77E5-1DFF327BF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Improvement Opportunity</a:t>
            </a:r>
            <a:endParaRPr lang="en-GB" dirty="0"/>
          </a:p>
        </p:txBody>
      </p:sp>
      <p:pic>
        <p:nvPicPr>
          <p:cNvPr id="2064" name="Picture 16" descr="What is the Difference Between Standard, High, and Ultra High ...">
            <a:extLst>
              <a:ext uri="{FF2B5EF4-FFF2-40B4-BE49-F238E27FC236}">
                <a16:creationId xmlns:a16="http://schemas.microsoft.com/office/drawing/2014/main" id="{EFA4FA59-D333-19BE-02F6-45CFFC979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016" y="3764281"/>
            <a:ext cx="2952749" cy="2032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Time Management Illustration (AI)">
            <a:extLst>
              <a:ext uri="{FF2B5EF4-FFF2-40B4-BE49-F238E27FC236}">
                <a16:creationId xmlns:a16="http://schemas.microsoft.com/office/drawing/2014/main" id="{9133ACC2-79C4-E2C8-8E12-5FDAF72804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990" y="3497286"/>
            <a:ext cx="3851519" cy="2566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007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0E955A-1022-A907-E30A-28099FD264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9584100" cy="4249736"/>
          </a:xfrm>
        </p:spPr>
        <p:txBody>
          <a:bodyPr/>
          <a:lstStyle/>
          <a:p>
            <a:r>
              <a:rPr lang="en-US" sz="2000" dirty="0"/>
              <a:t>Proposed Direction: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Improve access to complete and authoritative agent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Reduce reliance on manual public website searches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Explore scalable and compliant automation approaches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700" dirty="0"/>
          </a:p>
          <a:p>
            <a:r>
              <a:rPr lang="en-US" sz="2000" dirty="0"/>
              <a:t>Next Step: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Engage stakeholders to confirm requirements and constraints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Assess feasible data access or integration options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Evaluate compliance, governance, and data usage implications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F91DFC-A564-484B-4811-855AD5E980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Proposed Direction &amp; Next Step</a:t>
            </a:r>
            <a:endParaRPr lang="en-GB" dirty="0"/>
          </a:p>
          <a:p>
            <a:endParaRPr lang="en-GB" dirty="0"/>
          </a:p>
        </p:txBody>
      </p:sp>
      <p:pic>
        <p:nvPicPr>
          <p:cNvPr id="3082" name="Picture 10" descr="Group Discussion Concepts 4744660 Vector Art at Vecteezy">
            <a:extLst>
              <a:ext uri="{FF2B5EF4-FFF2-40B4-BE49-F238E27FC236}">
                <a16:creationId xmlns:a16="http://schemas.microsoft.com/office/drawing/2014/main" id="{098975F9-11E0-FD31-4B05-6E0F65613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4500" y="3562000"/>
            <a:ext cx="2597507" cy="2597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Facilitate VR Creation Suite | Facilitate VR Creation Suite">
            <a:extLst>
              <a:ext uri="{FF2B5EF4-FFF2-40B4-BE49-F238E27FC236}">
                <a16:creationId xmlns:a16="http://schemas.microsoft.com/office/drawing/2014/main" id="{724E1D66-97B0-D7E7-C0DE-5C99A0C76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4500" y="1390300"/>
            <a:ext cx="2171700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7344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3988CD4-DC7E-4D31-B600-CDEE39AAAD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235C8-074B-DBB8-BB8D-F0976247EB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9329018"/>
      </p:ext>
    </p:extLst>
  </p:cSld>
  <p:clrMapOvr>
    <a:masterClrMapping/>
  </p:clrMapOvr>
</p:sld>
</file>

<file path=ppt/theme/theme1.xml><?xml version="1.0" encoding="utf-8"?>
<a:theme xmlns:a="http://schemas.openxmlformats.org/drawingml/2006/main" name="AIA_2020">
  <a:themeElements>
    <a:clrScheme name="AIA_2020">
      <a:dk1>
        <a:srgbClr val="303D48"/>
      </a:dk1>
      <a:lt1>
        <a:srgbClr val="FFFFFF"/>
      </a:lt1>
      <a:dk2>
        <a:srgbClr val="1F78AD"/>
      </a:dk2>
      <a:lt2>
        <a:srgbClr val="D3CAC3"/>
      </a:lt2>
      <a:accent1>
        <a:srgbClr val="D31145"/>
      </a:accent1>
      <a:accent2>
        <a:srgbClr val="BA0361"/>
      </a:accent2>
      <a:accent3>
        <a:srgbClr val="FF754D"/>
      </a:accent3>
      <a:accent4>
        <a:srgbClr val="F7C926"/>
      </a:accent4>
      <a:accent5>
        <a:srgbClr val="A199BA"/>
      </a:accent5>
      <a:accent6>
        <a:srgbClr val="4C4793"/>
      </a:accent6>
      <a:hlink>
        <a:srgbClr val="4C4793"/>
      </a:hlink>
      <a:folHlink>
        <a:srgbClr val="08456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IA_PPT_Template_2018_16x9_V3.1" id="{C24C495E-28EC-4C06-8757-BE4D80E4F71D}" vid="{3469129E-3778-43A8-9BE1-B54836CD943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104</TotalTime>
  <Words>177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Courier New</vt:lpstr>
      <vt:lpstr>AIA_2020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Harry-CC</dc:creator>
  <cp:lastModifiedBy>Wang, Harry-CC</cp:lastModifiedBy>
  <cp:revision>16</cp:revision>
  <dcterms:created xsi:type="dcterms:W3CDTF">2026-01-22T01:50:14Z</dcterms:created>
  <dcterms:modified xsi:type="dcterms:W3CDTF">2026-02-02T06:52:15Z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91b32ef-ed69-48a4-80a7-c96eee60b7ed_Enabled">
    <vt:lpwstr>true</vt:lpwstr>
  </property>
  <property fmtid="{D5CDD505-2E9C-101B-9397-08002B2CF9AE}" pid="3" name="MSIP_Label_891b32ef-ed69-48a4-80a7-c96eee60b7ed_SetDate">
    <vt:lpwstr>2026-01-22T01:57:17Z</vt:lpwstr>
  </property>
  <property fmtid="{D5CDD505-2E9C-101B-9397-08002B2CF9AE}" pid="4" name="MSIP_Label_891b32ef-ed69-48a4-80a7-c96eee60b7ed_Method">
    <vt:lpwstr>Privileged</vt:lpwstr>
  </property>
  <property fmtid="{D5CDD505-2E9C-101B-9397-08002B2CF9AE}" pid="5" name="MSIP_Label_891b32ef-ed69-48a4-80a7-c96eee60b7ed_Name">
    <vt:lpwstr>891b32ef-ed69-48a4-80a7-c96eee60b7ed</vt:lpwstr>
  </property>
  <property fmtid="{D5CDD505-2E9C-101B-9397-08002B2CF9AE}" pid="6" name="MSIP_Label_891b32ef-ed69-48a4-80a7-c96eee60b7ed_SiteId">
    <vt:lpwstr>7f2c1900-9fd4-4b89-91d3-79a649996f0a</vt:lpwstr>
  </property>
  <property fmtid="{D5CDD505-2E9C-101B-9397-08002B2CF9AE}" pid="7" name="MSIP_Label_891b32ef-ed69-48a4-80a7-c96eee60b7ed_ActionId">
    <vt:lpwstr>e9ed798e-5aa4-463a-956f-221d863930cc</vt:lpwstr>
  </property>
  <property fmtid="{D5CDD505-2E9C-101B-9397-08002B2CF9AE}" pid="8" name="MSIP_Label_891b32ef-ed69-48a4-80a7-c96eee60b7ed_ContentBits">
    <vt:lpwstr>2</vt:lpwstr>
  </property>
  <property fmtid="{D5CDD505-2E9C-101B-9397-08002B2CF9AE}" pid="9" name="MSIP_Label_891b32ef-ed69-48a4-80a7-c96eee60b7ed_Tag">
    <vt:lpwstr>10, 0, 1, 1</vt:lpwstr>
  </property>
  <property fmtid="{D5CDD505-2E9C-101B-9397-08002B2CF9AE}" pid="10" name="ClassificationContentMarkingFooterLocations">
    <vt:lpwstr>AIA_2020:2</vt:lpwstr>
  </property>
  <property fmtid="{D5CDD505-2E9C-101B-9397-08002B2CF9AE}" pid="11" name="ClassificationContentMarkingFooterText">
    <vt:lpwstr>[AIA – PUBLIC]</vt:lpwstr>
  </property>
</Properties>
</file>