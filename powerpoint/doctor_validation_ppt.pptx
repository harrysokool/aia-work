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87"/>
  </p:normalViewPr>
  <p:slideViewPr>
    <p:cSldViewPr snapToGrid="0" showGuides="1">
      <p:cViewPr>
        <p:scale>
          <a:sx n="66" d="100"/>
          <a:sy n="66" d="100"/>
        </p:scale>
        <p:origin x="996" y="180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8B2D97-7482-B047-9B05-E59F4C8D454C}"/>
              </a:ext>
            </a:extLst>
          </p:cNvPr>
          <p:cNvGrpSpPr/>
          <p:nvPr userDrawn="1"/>
        </p:nvGrpSpPr>
        <p:grpSpPr>
          <a:xfrm>
            <a:off x="0" y="-5486"/>
            <a:ext cx="12192000" cy="6863486"/>
            <a:chOff x="0" y="-5486"/>
            <a:chExt cx="12192000" cy="68634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65177B-4800-6A4D-ACF1-A60D3E3648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4AB8107-860B-CD4F-9FC2-3EAC6C2803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546" r="5124"/>
            <a:stretch/>
          </p:blipFill>
          <p:spPr>
            <a:xfrm>
              <a:off x="624742" y="-5486"/>
              <a:ext cx="11567258" cy="6683445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7418E04C-6267-3C40-8045-E595A3F20D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CC8A58C-864F-7041-A6F9-451CDBB94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FA8A1-E8CC-7447-A8CA-4C3E1E53C399}"/>
              </a:ext>
            </a:extLst>
          </p:cNvPr>
          <p:cNvSpPr txBox="1"/>
          <p:nvPr userDrawn="1"/>
        </p:nvSpPr>
        <p:spPr>
          <a:xfrm>
            <a:off x="-1170000" y="2440557"/>
            <a:ext cx="1052488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rgbClr val="333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image can be replaced here and master view</a:t>
            </a:r>
          </a:p>
          <a:p>
            <a:pPr algn="l"/>
            <a:endParaRPr lang="en-US" sz="1000" dirty="0">
              <a:solidFill>
                <a:srgbClr val="333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000" dirty="0">
                <a:latin typeface="Helvetica Neue" panose="02000503000000020004" pitchFamily="2" charset="0"/>
              </a:rPr>
              <a:t>Please </a:t>
            </a:r>
            <a:r>
              <a:rPr lang="en-GB" sz="1000" b="1" dirty="0">
                <a:latin typeface="Helvetica Neue" panose="02000503000000020004" pitchFamily="2" charset="0"/>
              </a:rPr>
              <a:t>do not </a:t>
            </a:r>
            <a:r>
              <a:rPr lang="en-GB" sz="1000" dirty="0">
                <a:latin typeface="Helvetica Neue" panose="02000503000000020004" pitchFamily="2" charset="0"/>
              </a:rPr>
              <a:t>use any internal photo competition participants’ images</a:t>
            </a:r>
            <a:endParaRPr lang="en-US" sz="1000" dirty="0">
              <a:solidFill>
                <a:srgbClr val="333D4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25017-062B-8F43-A169-03040D11D39C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rapezoid 5">
            <a:extLst>
              <a:ext uri="{FF2B5EF4-FFF2-40B4-BE49-F238E27FC236}">
                <a16:creationId xmlns:a16="http://schemas.microsoft.com/office/drawing/2014/main" id="{2D70B633-359E-094E-8547-ABD066006107}"/>
              </a:ext>
            </a:extLst>
          </p:cNvPr>
          <p:cNvSpPr/>
          <p:nvPr userDrawn="1"/>
        </p:nvSpPr>
        <p:spPr>
          <a:xfrm>
            <a:off x="6337300" y="1493839"/>
            <a:ext cx="5868000" cy="5369646"/>
          </a:xfrm>
          <a:custGeom>
            <a:avLst/>
            <a:gdLst>
              <a:gd name="connsiteX0" fmla="*/ 0 w 3508169"/>
              <a:gd name="connsiteY0" fmla="*/ 3543337 h 3543337"/>
              <a:gd name="connsiteX1" fmla="*/ 877042 w 3508169"/>
              <a:gd name="connsiteY1" fmla="*/ 0 h 3543337"/>
              <a:gd name="connsiteX2" fmla="*/ 2631127 w 3508169"/>
              <a:gd name="connsiteY2" fmla="*/ 0 h 3543337"/>
              <a:gd name="connsiteX3" fmla="*/ 3508169 w 3508169"/>
              <a:gd name="connsiteY3" fmla="*/ 3543337 h 3543337"/>
              <a:gd name="connsiteX4" fmla="*/ 0 w 3508169"/>
              <a:gd name="connsiteY4" fmla="*/ 3543337 h 3543337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3508169 w 6086008"/>
              <a:gd name="connsiteY3" fmla="*/ 5470415 h 5470415"/>
              <a:gd name="connsiteX4" fmla="*/ 0 w 6086008"/>
              <a:gd name="connsiteY4" fmla="*/ 5470415 h 5470415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6057143 w 6086008"/>
              <a:gd name="connsiteY3" fmla="*/ 3419009 h 5470415"/>
              <a:gd name="connsiteX4" fmla="*/ 0 w 6086008"/>
              <a:gd name="connsiteY4" fmla="*/ 5470415 h 5470415"/>
              <a:gd name="connsiteX0" fmla="*/ 3048556 w 5208966"/>
              <a:gd name="connsiteY0" fmla="*/ 6607124 h 6607124"/>
              <a:gd name="connsiteX1" fmla="*/ 0 w 5208966"/>
              <a:gd name="connsiteY1" fmla="*/ 1927078 h 6607124"/>
              <a:gd name="connsiteX2" fmla="*/ 5208966 w 5208966"/>
              <a:gd name="connsiteY2" fmla="*/ 0 h 6607124"/>
              <a:gd name="connsiteX3" fmla="*/ 5180101 w 5208966"/>
              <a:gd name="connsiteY3" fmla="*/ 3419009 h 6607124"/>
              <a:gd name="connsiteX4" fmla="*/ 3048556 w 5208966"/>
              <a:gd name="connsiteY4" fmla="*/ 6607124 h 6607124"/>
              <a:gd name="connsiteX0" fmla="*/ 4833726 w 6994136"/>
              <a:gd name="connsiteY0" fmla="*/ 6607124 h 6607124"/>
              <a:gd name="connsiteX1" fmla="*/ 0 w 6994136"/>
              <a:gd name="connsiteY1" fmla="*/ 2193494 h 6607124"/>
              <a:gd name="connsiteX2" fmla="*/ 6994136 w 6994136"/>
              <a:gd name="connsiteY2" fmla="*/ 0 h 6607124"/>
              <a:gd name="connsiteX3" fmla="*/ 6965271 w 6994136"/>
              <a:gd name="connsiteY3" fmla="*/ 3419009 h 6607124"/>
              <a:gd name="connsiteX4" fmla="*/ 4833726 w 6994136"/>
              <a:gd name="connsiteY4" fmla="*/ 6607124 h 6607124"/>
              <a:gd name="connsiteX0" fmla="*/ 4833726 w 6994136"/>
              <a:gd name="connsiteY0" fmla="*/ 6607124 h 6607124"/>
              <a:gd name="connsiteX1" fmla="*/ 1405487 w 6994136"/>
              <a:gd name="connsiteY1" fmla="*/ 3490053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607124 h 6607124"/>
              <a:gd name="connsiteX1" fmla="*/ 4078801 w 6994136"/>
              <a:gd name="connsiteY1" fmla="*/ 6571601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553841 h 6571601"/>
              <a:gd name="connsiteX1" fmla="*/ 4078801 w 6994136"/>
              <a:gd name="connsiteY1" fmla="*/ 6571601 h 6571601"/>
              <a:gd name="connsiteX2" fmla="*/ 0 w 6994136"/>
              <a:gd name="connsiteY2" fmla="*/ 2193494 h 6571601"/>
              <a:gd name="connsiteX3" fmla="*/ 6994136 w 6994136"/>
              <a:gd name="connsiteY3" fmla="*/ 0 h 6571601"/>
              <a:gd name="connsiteX4" fmla="*/ 6965271 w 6994136"/>
              <a:gd name="connsiteY4" fmla="*/ 3419009 h 6571601"/>
              <a:gd name="connsiteX5" fmla="*/ 4833726 w 6994136"/>
              <a:gd name="connsiteY5" fmla="*/ 6553841 h 6571601"/>
              <a:gd name="connsiteX0" fmla="*/ 4833726 w 6994136"/>
              <a:gd name="connsiteY0" fmla="*/ 6553841 h 6553841"/>
              <a:gd name="connsiteX1" fmla="*/ 4061039 w 6994136"/>
              <a:gd name="connsiteY1" fmla="*/ 6544959 h 6553841"/>
              <a:gd name="connsiteX2" fmla="*/ 0 w 6994136"/>
              <a:gd name="connsiteY2" fmla="*/ 2193494 h 6553841"/>
              <a:gd name="connsiteX3" fmla="*/ 6994136 w 6994136"/>
              <a:gd name="connsiteY3" fmla="*/ 0 h 6553841"/>
              <a:gd name="connsiteX4" fmla="*/ 6965271 w 6994136"/>
              <a:gd name="connsiteY4" fmla="*/ 3419009 h 6553841"/>
              <a:gd name="connsiteX5" fmla="*/ 4833726 w 699413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0 w 7056306"/>
              <a:gd name="connsiteY2" fmla="*/ 2193494 h 6553841"/>
              <a:gd name="connsiteX3" fmla="*/ 7056306 w 7056306"/>
              <a:gd name="connsiteY3" fmla="*/ 0 h 6553841"/>
              <a:gd name="connsiteX4" fmla="*/ 7027441 w 7056306"/>
              <a:gd name="connsiteY4" fmla="*/ 3419009 h 6553841"/>
              <a:gd name="connsiteX5" fmla="*/ 4895896 w 705630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197612 w 7056306"/>
              <a:gd name="connsiteY2" fmla="*/ 2397746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91034 w 7056306"/>
              <a:gd name="connsiteY2" fmla="*/ 2442148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922142 w 7082552"/>
              <a:gd name="connsiteY0" fmla="*/ 6553841 h 6553841"/>
              <a:gd name="connsiteX1" fmla="*/ 4149455 w 7082552"/>
              <a:gd name="connsiteY1" fmla="*/ 6544959 h 6553841"/>
              <a:gd name="connsiteX2" fmla="*/ 117280 w 7082552"/>
              <a:gd name="connsiteY2" fmla="*/ 2442148 h 6553841"/>
              <a:gd name="connsiteX3" fmla="*/ 26246 w 7082552"/>
              <a:gd name="connsiteY3" fmla="*/ 2193494 h 6553841"/>
              <a:gd name="connsiteX4" fmla="*/ 7082552 w 7082552"/>
              <a:gd name="connsiteY4" fmla="*/ 0 h 6553841"/>
              <a:gd name="connsiteX5" fmla="*/ 7053687 w 7082552"/>
              <a:gd name="connsiteY5" fmla="*/ 3419009 h 6553841"/>
              <a:gd name="connsiteX6" fmla="*/ 4922142 w 7082552"/>
              <a:gd name="connsiteY6" fmla="*/ 6553841 h 6553841"/>
              <a:gd name="connsiteX0" fmla="*/ 4950971 w 7111381"/>
              <a:gd name="connsiteY0" fmla="*/ 6553841 h 6553841"/>
              <a:gd name="connsiteX1" fmla="*/ 4178284 w 7111381"/>
              <a:gd name="connsiteY1" fmla="*/ 6544959 h 6553841"/>
              <a:gd name="connsiteX2" fmla="*/ 146109 w 7111381"/>
              <a:gd name="connsiteY2" fmla="*/ 2442148 h 6553841"/>
              <a:gd name="connsiteX3" fmla="*/ 55075 w 7111381"/>
              <a:gd name="connsiteY3" fmla="*/ 2193494 h 6553841"/>
              <a:gd name="connsiteX4" fmla="*/ 7111381 w 7111381"/>
              <a:gd name="connsiteY4" fmla="*/ 0 h 6553841"/>
              <a:gd name="connsiteX5" fmla="*/ 7082516 w 7111381"/>
              <a:gd name="connsiteY5" fmla="*/ 3419009 h 6553841"/>
              <a:gd name="connsiteX6" fmla="*/ 4950971 w 7111381"/>
              <a:gd name="connsiteY6" fmla="*/ 6553841 h 6553841"/>
              <a:gd name="connsiteX0" fmla="*/ 4963653 w 7124063"/>
              <a:gd name="connsiteY0" fmla="*/ 6553841 h 6553841"/>
              <a:gd name="connsiteX1" fmla="*/ 4190966 w 7124063"/>
              <a:gd name="connsiteY1" fmla="*/ 6544959 h 6553841"/>
              <a:gd name="connsiteX2" fmla="*/ 158791 w 7124063"/>
              <a:gd name="connsiteY2" fmla="*/ 2442148 h 6553841"/>
              <a:gd name="connsiteX3" fmla="*/ 67757 w 7124063"/>
              <a:gd name="connsiteY3" fmla="*/ 2193494 h 6553841"/>
              <a:gd name="connsiteX4" fmla="*/ 7124063 w 7124063"/>
              <a:gd name="connsiteY4" fmla="*/ 0 h 6553841"/>
              <a:gd name="connsiteX5" fmla="*/ 7095198 w 7124063"/>
              <a:gd name="connsiteY5" fmla="*/ 3419009 h 6553841"/>
              <a:gd name="connsiteX6" fmla="*/ 4963653 w 7124063"/>
              <a:gd name="connsiteY6" fmla="*/ 6553841 h 6553841"/>
              <a:gd name="connsiteX0" fmla="*/ 4951680 w 7112090"/>
              <a:gd name="connsiteY0" fmla="*/ 6553841 h 6553841"/>
              <a:gd name="connsiteX1" fmla="*/ 4178993 w 7112090"/>
              <a:gd name="connsiteY1" fmla="*/ 6544959 h 6553841"/>
              <a:gd name="connsiteX2" fmla="*/ 146818 w 7112090"/>
              <a:gd name="connsiteY2" fmla="*/ 2442148 h 6553841"/>
              <a:gd name="connsiteX3" fmla="*/ 78234 w 7112090"/>
              <a:gd name="connsiteY3" fmla="*/ 2187080 h 6553841"/>
              <a:gd name="connsiteX4" fmla="*/ 7112090 w 7112090"/>
              <a:gd name="connsiteY4" fmla="*/ 0 h 6553841"/>
              <a:gd name="connsiteX5" fmla="*/ 7083225 w 7112090"/>
              <a:gd name="connsiteY5" fmla="*/ 3419009 h 6553841"/>
              <a:gd name="connsiteX6" fmla="*/ 4951680 w 7112090"/>
              <a:gd name="connsiteY6" fmla="*/ 6553841 h 6553841"/>
              <a:gd name="connsiteX0" fmla="*/ 4951680 w 7083225"/>
              <a:gd name="connsiteY0" fmla="*/ 6527921 h 6527921"/>
              <a:gd name="connsiteX1" fmla="*/ 4178993 w 7083225"/>
              <a:gd name="connsiteY1" fmla="*/ 6519039 h 6527921"/>
              <a:gd name="connsiteX2" fmla="*/ 146818 w 7083225"/>
              <a:gd name="connsiteY2" fmla="*/ 2416228 h 6527921"/>
              <a:gd name="connsiteX3" fmla="*/ 78234 w 7083225"/>
              <a:gd name="connsiteY3" fmla="*/ 2161160 h 6527921"/>
              <a:gd name="connsiteX4" fmla="*/ 7077534 w 7083225"/>
              <a:gd name="connsiteY4" fmla="*/ 0 h 6527921"/>
              <a:gd name="connsiteX5" fmla="*/ 7083225 w 7083225"/>
              <a:gd name="connsiteY5" fmla="*/ 3393089 h 6527921"/>
              <a:gd name="connsiteX6" fmla="*/ 4951680 w 7083225"/>
              <a:gd name="connsiteY6" fmla="*/ 6527921 h 6527921"/>
              <a:gd name="connsiteX0" fmla="*/ 4996130 w 7083225"/>
              <a:gd name="connsiteY0" fmla="*/ 6521571 h 6521571"/>
              <a:gd name="connsiteX1" fmla="*/ 4178993 w 7083225"/>
              <a:gd name="connsiteY1" fmla="*/ 6519039 h 6521571"/>
              <a:gd name="connsiteX2" fmla="*/ 146818 w 7083225"/>
              <a:gd name="connsiteY2" fmla="*/ 2416228 h 6521571"/>
              <a:gd name="connsiteX3" fmla="*/ 78234 w 7083225"/>
              <a:gd name="connsiteY3" fmla="*/ 2161160 h 6521571"/>
              <a:gd name="connsiteX4" fmla="*/ 7077534 w 7083225"/>
              <a:gd name="connsiteY4" fmla="*/ 0 h 6521571"/>
              <a:gd name="connsiteX5" fmla="*/ 7083225 w 7083225"/>
              <a:gd name="connsiteY5" fmla="*/ 3393089 h 6521571"/>
              <a:gd name="connsiteX6" fmla="*/ 4996130 w 7083225"/>
              <a:gd name="connsiteY6" fmla="*/ 6521571 h 6521571"/>
              <a:gd name="connsiteX0" fmla="*/ 4996130 w 7083225"/>
              <a:gd name="connsiteY0" fmla="*/ 6521571 h 6525389"/>
              <a:gd name="connsiteX1" fmla="*/ 4182168 w 7083225"/>
              <a:gd name="connsiteY1" fmla="*/ 6525389 h 6525389"/>
              <a:gd name="connsiteX2" fmla="*/ 146818 w 7083225"/>
              <a:gd name="connsiteY2" fmla="*/ 2416228 h 6525389"/>
              <a:gd name="connsiteX3" fmla="*/ 78234 w 7083225"/>
              <a:gd name="connsiteY3" fmla="*/ 2161160 h 6525389"/>
              <a:gd name="connsiteX4" fmla="*/ 7077534 w 7083225"/>
              <a:gd name="connsiteY4" fmla="*/ 0 h 6525389"/>
              <a:gd name="connsiteX5" fmla="*/ 7083225 w 7083225"/>
              <a:gd name="connsiteY5" fmla="*/ 3393089 h 6525389"/>
              <a:gd name="connsiteX6" fmla="*/ 4996130 w 7083225"/>
              <a:gd name="connsiteY6" fmla="*/ 6521571 h 6525389"/>
              <a:gd name="connsiteX0" fmla="*/ 4996130 w 7084961"/>
              <a:gd name="connsiteY0" fmla="*/ 653271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4996130 w 7084961"/>
              <a:gd name="connsiteY6" fmla="*/ 6532712 h 6536530"/>
              <a:gd name="connsiteX0" fmla="*/ 5013784 w 7084961"/>
              <a:gd name="connsiteY0" fmla="*/ 653624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5013784 w 7084961"/>
              <a:gd name="connsiteY6" fmla="*/ 6536242 h 6536530"/>
              <a:gd name="connsiteX0" fmla="*/ 5013784 w 7084961"/>
              <a:gd name="connsiteY0" fmla="*/ 6536242 h 6547121"/>
              <a:gd name="connsiteX1" fmla="*/ 4185699 w 7084961"/>
              <a:gd name="connsiteY1" fmla="*/ 6547121 h 6547121"/>
              <a:gd name="connsiteX2" fmla="*/ 146818 w 7084961"/>
              <a:gd name="connsiteY2" fmla="*/ 2427369 h 6547121"/>
              <a:gd name="connsiteX3" fmla="*/ 78234 w 7084961"/>
              <a:gd name="connsiteY3" fmla="*/ 2172301 h 6547121"/>
              <a:gd name="connsiteX4" fmla="*/ 7084961 w 7084961"/>
              <a:gd name="connsiteY4" fmla="*/ 0 h 6547121"/>
              <a:gd name="connsiteX5" fmla="*/ 7083225 w 7084961"/>
              <a:gd name="connsiteY5" fmla="*/ 3404230 h 6547121"/>
              <a:gd name="connsiteX6" fmla="*/ 5013784 w 7084961"/>
              <a:gd name="connsiteY6" fmla="*/ 6536242 h 6547121"/>
              <a:gd name="connsiteX0" fmla="*/ 5013784 w 7086830"/>
              <a:gd name="connsiteY0" fmla="*/ 6536242 h 6547121"/>
              <a:gd name="connsiteX1" fmla="*/ 4185699 w 7086830"/>
              <a:gd name="connsiteY1" fmla="*/ 6547121 h 6547121"/>
              <a:gd name="connsiteX2" fmla="*/ 146818 w 7086830"/>
              <a:gd name="connsiteY2" fmla="*/ 2427369 h 6547121"/>
              <a:gd name="connsiteX3" fmla="*/ 78234 w 7086830"/>
              <a:gd name="connsiteY3" fmla="*/ 2172301 h 6547121"/>
              <a:gd name="connsiteX4" fmla="*/ 7084961 w 7086830"/>
              <a:gd name="connsiteY4" fmla="*/ 0 h 6547121"/>
              <a:gd name="connsiteX5" fmla="*/ 7086755 w 7086830"/>
              <a:gd name="connsiteY5" fmla="*/ 3425413 h 6547121"/>
              <a:gd name="connsiteX6" fmla="*/ 5013784 w 7086830"/>
              <a:gd name="connsiteY6" fmla="*/ 6536242 h 6547121"/>
              <a:gd name="connsiteX0" fmla="*/ 5013784 w 7099083"/>
              <a:gd name="connsiteY0" fmla="*/ 6543303 h 6554182"/>
              <a:gd name="connsiteX1" fmla="*/ 4185699 w 7099083"/>
              <a:gd name="connsiteY1" fmla="*/ 6554182 h 6554182"/>
              <a:gd name="connsiteX2" fmla="*/ 146818 w 7099083"/>
              <a:gd name="connsiteY2" fmla="*/ 2434430 h 6554182"/>
              <a:gd name="connsiteX3" fmla="*/ 78234 w 7099083"/>
              <a:gd name="connsiteY3" fmla="*/ 2179362 h 6554182"/>
              <a:gd name="connsiteX4" fmla="*/ 7099083 w 7099083"/>
              <a:gd name="connsiteY4" fmla="*/ 0 h 6554182"/>
              <a:gd name="connsiteX5" fmla="*/ 7086755 w 7099083"/>
              <a:gd name="connsiteY5" fmla="*/ 3432474 h 6554182"/>
              <a:gd name="connsiteX6" fmla="*/ 5013784 w 7099083"/>
              <a:gd name="connsiteY6" fmla="*/ 6543303 h 6554182"/>
              <a:gd name="connsiteX0" fmla="*/ 4996305 w 7081604"/>
              <a:gd name="connsiteY0" fmla="*/ 6543303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96305 w 7081604"/>
              <a:gd name="connsiteY6" fmla="*/ 6543303 h 6554182"/>
              <a:gd name="connsiteX0" fmla="*/ 4989581 w 7081604"/>
              <a:gd name="connsiteY0" fmla="*/ 6553388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89581 w 7081604"/>
              <a:gd name="connsiteY6" fmla="*/ 6553388 h 6554182"/>
              <a:gd name="connsiteX0" fmla="*/ 5006391 w 7081604"/>
              <a:gd name="connsiteY0" fmla="*/ 6556750 h 6556750"/>
              <a:gd name="connsiteX1" fmla="*/ 4168220 w 7081604"/>
              <a:gd name="connsiteY1" fmla="*/ 6554182 h 6556750"/>
              <a:gd name="connsiteX2" fmla="*/ 129339 w 7081604"/>
              <a:gd name="connsiteY2" fmla="*/ 2434430 h 6556750"/>
              <a:gd name="connsiteX3" fmla="*/ 98856 w 7081604"/>
              <a:gd name="connsiteY3" fmla="*/ 2169837 h 6556750"/>
              <a:gd name="connsiteX4" fmla="*/ 7081604 w 7081604"/>
              <a:gd name="connsiteY4" fmla="*/ 0 h 6556750"/>
              <a:gd name="connsiteX5" fmla="*/ 7069276 w 7081604"/>
              <a:gd name="connsiteY5" fmla="*/ 3432474 h 6556750"/>
              <a:gd name="connsiteX6" fmla="*/ 5006391 w 7081604"/>
              <a:gd name="connsiteY6" fmla="*/ 6556750 h 6556750"/>
              <a:gd name="connsiteX0" fmla="*/ 5006391 w 7092829"/>
              <a:gd name="connsiteY0" fmla="*/ 6556750 h 6556750"/>
              <a:gd name="connsiteX1" fmla="*/ 4168220 w 7092829"/>
              <a:gd name="connsiteY1" fmla="*/ 6554182 h 6556750"/>
              <a:gd name="connsiteX2" fmla="*/ 129339 w 7092829"/>
              <a:gd name="connsiteY2" fmla="*/ 2434430 h 6556750"/>
              <a:gd name="connsiteX3" fmla="*/ 98856 w 7092829"/>
              <a:gd name="connsiteY3" fmla="*/ 2169837 h 6556750"/>
              <a:gd name="connsiteX4" fmla="*/ 7081604 w 7092829"/>
              <a:gd name="connsiteY4" fmla="*/ 0 h 6556750"/>
              <a:gd name="connsiteX5" fmla="*/ 7092810 w 7092829"/>
              <a:gd name="connsiteY5" fmla="*/ 3405580 h 6556750"/>
              <a:gd name="connsiteX6" fmla="*/ 5006391 w 7092829"/>
              <a:gd name="connsiteY6" fmla="*/ 6556750 h 6556750"/>
              <a:gd name="connsiteX0" fmla="*/ 5006391 w 7095052"/>
              <a:gd name="connsiteY0" fmla="*/ 6560112 h 6560112"/>
              <a:gd name="connsiteX1" fmla="*/ 4168220 w 7095052"/>
              <a:gd name="connsiteY1" fmla="*/ 655754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5006391 w 7095052"/>
              <a:gd name="connsiteY0" fmla="*/ 6560112 h 6560112"/>
              <a:gd name="connsiteX1" fmla="*/ 3149235 w 7095052"/>
              <a:gd name="connsiteY1" fmla="*/ 569382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3384712 w 7095052"/>
              <a:gd name="connsiteY0" fmla="*/ 5702607 h 5702607"/>
              <a:gd name="connsiteX1" fmla="*/ 3149235 w 7095052"/>
              <a:gd name="connsiteY1" fmla="*/ 5693824 h 5702607"/>
              <a:gd name="connsiteX2" fmla="*/ 129339 w 7095052"/>
              <a:gd name="connsiteY2" fmla="*/ 2437792 h 5702607"/>
              <a:gd name="connsiteX3" fmla="*/ 98856 w 7095052"/>
              <a:gd name="connsiteY3" fmla="*/ 2173199 h 5702607"/>
              <a:gd name="connsiteX4" fmla="*/ 7095052 w 7095052"/>
              <a:gd name="connsiteY4" fmla="*/ 0 h 5702607"/>
              <a:gd name="connsiteX5" fmla="*/ 7092810 w 7095052"/>
              <a:gd name="connsiteY5" fmla="*/ 3408942 h 5702607"/>
              <a:gd name="connsiteX6" fmla="*/ 3384712 w 7095052"/>
              <a:gd name="connsiteY6" fmla="*/ 5702607 h 5702607"/>
              <a:gd name="connsiteX0" fmla="*/ 3384712 w 7092810"/>
              <a:gd name="connsiteY0" fmla="*/ 5652896 h 5652896"/>
              <a:gd name="connsiteX1" fmla="*/ 3149235 w 7092810"/>
              <a:gd name="connsiteY1" fmla="*/ 5644113 h 5652896"/>
              <a:gd name="connsiteX2" fmla="*/ 129339 w 7092810"/>
              <a:gd name="connsiteY2" fmla="*/ 2388081 h 5652896"/>
              <a:gd name="connsiteX3" fmla="*/ 98856 w 7092810"/>
              <a:gd name="connsiteY3" fmla="*/ 2123488 h 5652896"/>
              <a:gd name="connsiteX4" fmla="*/ 6629053 w 7092810"/>
              <a:gd name="connsiteY4" fmla="*/ 0 h 5652896"/>
              <a:gd name="connsiteX5" fmla="*/ 7092810 w 7092810"/>
              <a:gd name="connsiteY5" fmla="*/ 3359231 h 5652896"/>
              <a:gd name="connsiteX6" fmla="*/ 3384712 w 7092810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34785 w 6629053"/>
              <a:gd name="connsiteY5" fmla="*/ 3458652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160811 w 6629053"/>
              <a:gd name="connsiteY5" fmla="*/ 3123106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78278 w 6629053"/>
              <a:gd name="connsiteY5" fmla="*/ 2060544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508758 w 6629053"/>
              <a:gd name="connsiteY5" fmla="*/ 1898985 h 5652896"/>
              <a:gd name="connsiteX6" fmla="*/ 3384712 w 6629053"/>
              <a:gd name="connsiteY6" fmla="*/ 5652896 h 5652896"/>
              <a:gd name="connsiteX0" fmla="*/ 3384712 w 6523426"/>
              <a:gd name="connsiteY0" fmla="*/ 5609400 h 5609400"/>
              <a:gd name="connsiteX1" fmla="*/ 3149235 w 6523426"/>
              <a:gd name="connsiteY1" fmla="*/ 5600617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5931176 w 6523426"/>
              <a:gd name="connsiteY5" fmla="*/ 2555863 h 5609400"/>
              <a:gd name="connsiteX6" fmla="*/ 3384712 w 6523426"/>
              <a:gd name="connsiteY6" fmla="*/ 5609400 h 5609400"/>
              <a:gd name="connsiteX0" fmla="*/ 3384712 w 5931191"/>
              <a:gd name="connsiteY0" fmla="*/ 5421672 h 5421672"/>
              <a:gd name="connsiteX1" fmla="*/ 3118168 w 5931191"/>
              <a:gd name="connsiteY1" fmla="*/ 5406676 h 5421672"/>
              <a:gd name="connsiteX2" fmla="*/ 129339 w 5931191"/>
              <a:gd name="connsiteY2" fmla="*/ 2156857 h 5421672"/>
              <a:gd name="connsiteX3" fmla="*/ 98856 w 5931191"/>
              <a:gd name="connsiteY3" fmla="*/ 1892264 h 5421672"/>
              <a:gd name="connsiteX4" fmla="*/ 5916965 w 5931191"/>
              <a:gd name="connsiteY4" fmla="*/ 0 h 5421672"/>
              <a:gd name="connsiteX5" fmla="*/ 5931176 w 5931191"/>
              <a:gd name="connsiteY5" fmla="*/ 2368135 h 5421672"/>
              <a:gd name="connsiteX6" fmla="*/ 3384712 w 5931191"/>
              <a:gd name="connsiteY6" fmla="*/ 5421672 h 5421672"/>
              <a:gd name="connsiteX0" fmla="*/ 3384712 w 5931205"/>
              <a:gd name="connsiteY0" fmla="*/ 5421672 h 5421672"/>
              <a:gd name="connsiteX1" fmla="*/ 3118168 w 5931205"/>
              <a:gd name="connsiteY1" fmla="*/ 5406676 h 5421672"/>
              <a:gd name="connsiteX2" fmla="*/ 129339 w 5931205"/>
              <a:gd name="connsiteY2" fmla="*/ 2156857 h 5421672"/>
              <a:gd name="connsiteX3" fmla="*/ 98856 w 5931205"/>
              <a:gd name="connsiteY3" fmla="*/ 1892264 h 5421672"/>
              <a:gd name="connsiteX4" fmla="*/ 5916965 w 5931205"/>
              <a:gd name="connsiteY4" fmla="*/ 0 h 5421672"/>
              <a:gd name="connsiteX5" fmla="*/ 5931176 w 5931205"/>
              <a:gd name="connsiteY5" fmla="*/ 2368135 h 5421672"/>
              <a:gd name="connsiteX6" fmla="*/ 3384712 w 5931205"/>
              <a:gd name="connsiteY6" fmla="*/ 5421672 h 5421672"/>
              <a:gd name="connsiteX0" fmla="*/ 3384712 w 5931205"/>
              <a:gd name="connsiteY0" fmla="*/ 5421672 h 5427214"/>
              <a:gd name="connsiteX1" fmla="*/ 3130492 w 5931205"/>
              <a:gd name="connsiteY1" fmla="*/ 5427214 h 5427214"/>
              <a:gd name="connsiteX2" fmla="*/ 129339 w 5931205"/>
              <a:gd name="connsiteY2" fmla="*/ 2156857 h 5427214"/>
              <a:gd name="connsiteX3" fmla="*/ 98856 w 5931205"/>
              <a:gd name="connsiteY3" fmla="*/ 1892264 h 5427214"/>
              <a:gd name="connsiteX4" fmla="*/ 5916965 w 5931205"/>
              <a:gd name="connsiteY4" fmla="*/ 0 h 5427214"/>
              <a:gd name="connsiteX5" fmla="*/ 5931176 w 5931205"/>
              <a:gd name="connsiteY5" fmla="*/ 2368135 h 5427214"/>
              <a:gd name="connsiteX6" fmla="*/ 3384712 w 5931205"/>
              <a:gd name="connsiteY6" fmla="*/ 5421672 h 542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205" h="5427214">
                <a:moveTo>
                  <a:pt x="3384712" y="5421672"/>
                </a:moveTo>
                <a:lnTo>
                  <a:pt x="3130492" y="5427214"/>
                </a:lnTo>
                <a:cubicBezTo>
                  <a:pt x="1809052" y="4010467"/>
                  <a:pt x="1475633" y="3530108"/>
                  <a:pt x="129339" y="2156857"/>
                </a:cubicBezTo>
                <a:cubicBezTo>
                  <a:pt x="-87432" y="1945812"/>
                  <a:pt x="15569" y="1932016"/>
                  <a:pt x="98856" y="1892264"/>
                </a:cubicBezTo>
                <a:lnTo>
                  <a:pt x="5916965" y="0"/>
                </a:lnTo>
                <a:cubicBezTo>
                  <a:pt x="5923606" y="1091421"/>
                  <a:pt x="5931755" y="1233392"/>
                  <a:pt x="5931176" y="2368135"/>
                </a:cubicBezTo>
                <a:lnTo>
                  <a:pt x="3384712" y="5421672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4720876-3CA7-744D-A10D-DA2A0D62BA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3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ection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F6B96-A12F-1945-8D91-2097D3B33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DD162A-821F-1945-842E-1D5AE800FF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5181"/>
          <a:stretch/>
        </p:blipFill>
        <p:spPr>
          <a:xfrm>
            <a:off x="0" y="2176042"/>
            <a:ext cx="12192000" cy="4698000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298D650-E8F3-4545-ABF5-903E2FF5D0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999" y="1980000"/>
            <a:ext cx="5040000" cy="1800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E0E0F3-5DCB-3A49-8070-D9496897D8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60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MSIPCMContentMarking" descr="{&quot;HashCode&quot;:-21287891,&quot;Placement&quot;:&quot;Footer&quot;,&quot;Top&quot;:522.0343,&quot;Left&quot;:0.0,&quot;SlideWidth&quot;:960,&quot;SlideHeight&quot;:540}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 userDrawn="1"/>
        </p:nvSpPr>
        <p:spPr>
          <a:xfrm>
            <a:off x="0" y="6629836"/>
            <a:ext cx="963011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800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[AIA – INTERNAL]</a:t>
            </a:r>
            <a:endParaRPr lang="en-GB" sz="800" dirty="0" err="1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8" r:id="rId2"/>
    <p:sldLayoutId id="214748368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D2FFAB7-A7E6-27AB-3759-EFBE3A4DE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4793210"/>
            <a:ext cx="5080000" cy="3587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2AC02-9655-5648-5A5F-852BB03D8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000" y="2160000"/>
            <a:ext cx="5942830" cy="2371180"/>
          </a:xfrm>
        </p:spPr>
        <p:txBody>
          <a:bodyPr/>
          <a:lstStyle/>
          <a:p>
            <a:r>
              <a:rPr lang="en-US" dirty="0"/>
              <a:t>Enhancing Doctor Status Re-Validation in Customer Claims STP Process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11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D8E7B-FEF9-32D0-56E1-71C10775E1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000" y="540000"/>
            <a:ext cx="10825071" cy="545850"/>
          </a:xfrm>
        </p:spPr>
        <p:txBody>
          <a:bodyPr/>
          <a:lstStyle/>
          <a:p>
            <a:r>
              <a:rPr lang="en-US" dirty="0"/>
              <a:t>Current STP Workflow Overview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AE109-CE55-D62C-7D80-00B2211A1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9F5EC-F871-0256-600A-B9F6E900F166}"/>
              </a:ext>
            </a:extLst>
          </p:cNvPr>
          <p:cNvGrpSpPr/>
          <p:nvPr/>
        </p:nvGrpSpPr>
        <p:grpSpPr>
          <a:xfrm>
            <a:off x="539999" y="1282734"/>
            <a:ext cx="10578071" cy="4890898"/>
            <a:chOff x="539999" y="1282734"/>
            <a:chExt cx="10578071" cy="489089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CE539D-EDE4-7A6A-F89A-4345F2A44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999" y="1282734"/>
              <a:ext cx="10578071" cy="479965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1F0EF1-1C2E-3937-A76F-D7107EA82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1557" y="5424289"/>
              <a:ext cx="968687" cy="749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2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A9D9B-DC65-FB07-C5D9-C7A9EF4A7C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Provider Validation Logic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61B5-9DFA-E44C-85C7-82B388657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9C565E3-C35B-8EEC-EFE9-19CB8B0F1E98}"/>
              </a:ext>
            </a:extLst>
          </p:cNvPr>
          <p:cNvSpPr txBox="1">
            <a:spLocks/>
          </p:cNvSpPr>
          <p:nvPr/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1FAD167-085A-50CB-BC94-53DD6EE947BB}"/>
              </a:ext>
            </a:extLst>
          </p:cNvPr>
          <p:cNvSpPr txBox="1">
            <a:spLocks/>
          </p:cNvSpPr>
          <p:nvPr/>
        </p:nvSpPr>
        <p:spPr>
          <a:xfrm>
            <a:off x="3375567" y="4987802"/>
            <a:ext cx="5128865" cy="7674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F0000"/>
                </a:solidFill>
              </a:rPr>
              <a:t>Validation occurs at onboarding only.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19" name="Picture 18" descr="A diagram of a diagram&#10;&#10;AI-generated content may be incorrect.">
            <a:extLst>
              <a:ext uri="{FF2B5EF4-FFF2-40B4-BE49-F238E27FC236}">
                <a16:creationId xmlns:a16="http://schemas.microsoft.com/office/drawing/2014/main" id="{C8F7FAA6-458D-BA29-6A58-B9F285694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3" y="1989807"/>
            <a:ext cx="11438014" cy="224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6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D7951-E40B-605F-DC0F-506A186364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9" y="1800000"/>
            <a:ext cx="9621399" cy="42562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Once added to internal doctor list, provider status is not periodically reconciled against the official medical registry.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Therefore, status changes after onboarding may go undetected.</a:t>
            </a:r>
            <a:endParaRPr lang="en-GB" sz="2000" dirty="0"/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Retired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2000" dirty="0"/>
              <a:t>Banned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2000" dirty="0"/>
              <a:t>License expired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2000" dirty="0"/>
              <a:t>Other reasons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9EFA4-1812-4687-4137-1D9C73D73F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Control Gap – No Ongoing Status Re-Validation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6195A-C4AE-58D8-27DE-F6EC5DE3C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1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3424B-27BD-BE7E-C7AE-F14F2F6C04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0000" y="1800000"/>
            <a:ext cx="7477714" cy="4256262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Reliance on static internal list.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Potential outdated provider status.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Exposure to compliance and audit findings.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Process design does not ensure ongoing eligibility.</a:t>
            </a:r>
            <a:endParaRPr lang="en-GB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D85D5-3032-D9CC-35EE-32BA90493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Risk Implications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C231A-213A-7B3B-6A56-CCAF26464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High risk icon on white background. vector illustration. EPS 10 ...">
            <a:extLst>
              <a:ext uri="{FF2B5EF4-FFF2-40B4-BE49-F238E27FC236}">
                <a16:creationId xmlns:a16="http://schemas.microsoft.com/office/drawing/2014/main" id="{893FCD44-F44A-9DC0-8905-9741EC93C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890" y="1778185"/>
            <a:ext cx="3201140" cy="3201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58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AEACB-1107-68F3-AB5F-B8D9AF5C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B836E60-BF85-2CC7-6FE5-1D43E4BA6005}"/>
              </a:ext>
            </a:extLst>
          </p:cNvPr>
          <p:cNvSpPr txBox="1">
            <a:spLocks/>
          </p:cNvSpPr>
          <p:nvPr/>
        </p:nvSpPr>
        <p:spPr>
          <a:xfrm>
            <a:off x="360000" y="1236752"/>
            <a:ext cx="5350896" cy="4243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500" dirty="0"/>
              <a:t>1. Fetch all registered provider </a:t>
            </a:r>
            <a:r>
              <a:rPr lang="en-CA" sz="1500" b="1" dirty="0"/>
              <a:t>daily</a:t>
            </a:r>
            <a:r>
              <a:rPr lang="en-CA" sz="1500" dirty="0"/>
              <a:t> and store it locally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782F598-D49A-76A8-C828-68B10BE83CCE}"/>
              </a:ext>
            </a:extLst>
          </p:cNvPr>
          <p:cNvSpPr txBox="1">
            <a:spLocks/>
          </p:cNvSpPr>
          <p:nvPr/>
        </p:nvSpPr>
        <p:spPr>
          <a:xfrm>
            <a:off x="360000" y="540000"/>
            <a:ext cx="11160000" cy="60701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200"/>
              </a:spcBef>
              <a:buFont typeface="Arial" panose="020B0604020202020204" pitchFamily="34" charset="0"/>
              <a:buNone/>
              <a:defRPr sz="3600" kern="1200">
                <a:solidFill>
                  <a:srgbClr val="333D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Proposed Automated Solution</a:t>
            </a:r>
            <a:endParaRPr lang="en-GB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4D59FF1-BBD5-60D5-7D36-F0BD7FCD7AF4}"/>
              </a:ext>
            </a:extLst>
          </p:cNvPr>
          <p:cNvSpPr txBox="1">
            <a:spLocks/>
          </p:cNvSpPr>
          <p:nvPr/>
        </p:nvSpPr>
        <p:spPr>
          <a:xfrm>
            <a:off x="6096000" y="1238262"/>
            <a:ext cx="5526600" cy="3502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500" dirty="0"/>
              <a:t>2. OCR extracts provider names from scanned documents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253F74-597A-BA02-58D3-0D01B9F95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781" y="1866922"/>
            <a:ext cx="3230691" cy="420699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F910C63-E3F7-5407-3094-52D546F6B50E}"/>
              </a:ext>
            </a:extLst>
          </p:cNvPr>
          <p:cNvSpPr/>
          <p:nvPr/>
        </p:nvSpPr>
        <p:spPr>
          <a:xfrm>
            <a:off x="4696326" y="3429000"/>
            <a:ext cx="1259305" cy="54142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B6F317E-94E0-95C5-C791-5F2EC304FC12}"/>
              </a:ext>
            </a:extLst>
          </p:cNvPr>
          <p:cNvSpPr/>
          <p:nvPr/>
        </p:nvSpPr>
        <p:spPr>
          <a:xfrm>
            <a:off x="10142622" y="3429000"/>
            <a:ext cx="1259305" cy="54142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FF982F-7206-FA8F-C8D6-0109487B8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2" y="2304735"/>
            <a:ext cx="3947932" cy="289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0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3E683-D198-9CB3-EFEE-183B06A99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5A79430-4EC7-D69E-C24B-B01C3AEB5BDB}"/>
              </a:ext>
            </a:extLst>
          </p:cNvPr>
          <p:cNvSpPr txBox="1">
            <a:spLocks/>
          </p:cNvSpPr>
          <p:nvPr/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A41853-EF22-D446-BDBC-A7CF3FE9350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7DCACF2-9A91-4227-C883-265010DDD3CE}"/>
              </a:ext>
            </a:extLst>
          </p:cNvPr>
          <p:cNvSpPr txBox="1">
            <a:spLocks/>
          </p:cNvSpPr>
          <p:nvPr/>
        </p:nvSpPr>
        <p:spPr>
          <a:xfrm>
            <a:off x="6729405" y="1206666"/>
            <a:ext cx="4107364" cy="5258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anose="02070309020205020404" pitchFamily="49" charset="0"/>
              <a:buNone/>
            </a:pPr>
            <a:r>
              <a:rPr lang="en-CA" sz="1500"/>
              <a:t>4. Results exported for audit and analytics</a:t>
            </a:r>
            <a:endParaRPr lang="en-GB" sz="15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41779F8-63DF-ADA9-B644-05FB838B45F0}"/>
              </a:ext>
            </a:extLst>
          </p:cNvPr>
          <p:cNvSpPr/>
          <p:nvPr/>
        </p:nvSpPr>
        <p:spPr>
          <a:xfrm>
            <a:off x="191556" y="3158289"/>
            <a:ext cx="1259305" cy="54142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9E65A5-C530-3C46-55D2-7BEC85B5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405" y="2346613"/>
            <a:ext cx="4736423" cy="1972264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8A62E35-9689-B607-CDA0-DC5A687C2511}"/>
              </a:ext>
            </a:extLst>
          </p:cNvPr>
          <p:cNvSpPr txBox="1">
            <a:spLocks/>
          </p:cNvSpPr>
          <p:nvPr/>
        </p:nvSpPr>
        <p:spPr>
          <a:xfrm>
            <a:off x="467810" y="1206666"/>
            <a:ext cx="5815521" cy="5258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500" dirty="0"/>
              <a:t>3. Names are matched against registered doctor list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776C8FB-54BE-DF74-3C02-F7EBB28FD733}"/>
              </a:ext>
            </a:extLst>
          </p:cNvPr>
          <p:cNvSpPr/>
          <p:nvPr/>
        </p:nvSpPr>
        <p:spPr>
          <a:xfrm>
            <a:off x="5287840" y="3158288"/>
            <a:ext cx="1259305" cy="54142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2" descr="Learning Options">
            <a:extLst>
              <a:ext uri="{FF2B5EF4-FFF2-40B4-BE49-F238E27FC236}">
                <a16:creationId xmlns:a16="http://schemas.microsoft.com/office/drawing/2014/main" id="{1AB66C1D-A785-7CB6-0528-BFA7E6B4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622" y="2117558"/>
            <a:ext cx="2831432" cy="283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28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5D822-CBAE-5D67-18A5-A258CAEC1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4B62985-2709-1560-2104-C3832A35B8C3}"/>
              </a:ext>
            </a:extLst>
          </p:cNvPr>
          <p:cNvSpPr txBox="1">
            <a:spLocks/>
          </p:cNvSpPr>
          <p:nvPr/>
        </p:nvSpPr>
        <p:spPr>
          <a:xfrm>
            <a:off x="360000" y="1800000"/>
            <a:ext cx="6835930" cy="2916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Eliminates manual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Ensures consistent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Scales to high claim volumes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FAFA04-68C1-9BFE-DA23-8B5272E34FF1}"/>
              </a:ext>
            </a:extLst>
          </p:cNvPr>
          <p:cNvGrpSpPr/>
          <p:nvPr/>
        </p:nvGrpSpPr>
        <p:grpSpPr>
          <a:xfrm>
            <a:off x="4553760" y="1061786"/>
            <a:ext cx="6228260" cy="5007477"/>
            <a:chOff x="3841490" y="936657"/>
            <a:chExt cx="6228260" cy="5007477"/>
          </a:xfrm>
        </p:grpSpPr>
        <p:pic>
          <p:nvPicPr>
            <p:cNvPr id="7" name="Picture 2" descr="Save Time Icon Vector Art, Icons, and Graphics for Free Download">
              <a:extLst>
                <a:ext uri="{FF2B5EF4-FFF2-40B4-BE49-F238E27FC236}">
                  <a16:creationId xmlns:a16="http://schemas.microsoft.com/office/drawing/2014/main" id="{C2002756-644A-0FDB-9CF9-293E6290AA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0000" y="936657"/>
              <a:ext cx="1899182" cy="1899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speedometer with different colored faces&#10;&#10;AI-generated content may be incorrect.">
              <a:extLst>
                <a:ext uri="{FF2B5EF4-FFF2-40B4-BE49-F238E27FC236}">
                  <a16:creationId xmlns:a16="http://schemas.microsoft.com/office/drawing/2014/main" id="{664CA434-B962-86AE-A544-4F54B540A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7506" y="4065390"/>
              <a:ext cx="2362244" cy="1878744"/>
            </a:xfrm>
            <a:prstGeom prst="rect">
              <a:avLst/>
            </a:prstGeom>
          </p:spPr>
        </p:pic>
        <p:sp>
          <p:nvSpPr>
            <p:cNvPr id="9" name="Left-Right Arrow 11">
              <a:extLst>
                <a:ext uri="{FF2B5EF4-FFF2-40B4-BE49-F238E27FC236}">
                  <a16:creationId xmlns:a16="http://schemas.microsoft.com/office/drawing/2014/main" id="{56531BF3-C381-96F0-3A3B-1A10C48531FB}"/>
                </a:ext>
              </a:extLst>
            </p:cNvPr>
            <p:cNvSpPr/>
            <p:nvPr/>
          </p:nvSpPr>
          <p:spPr>
            <a:xfrm>
              <a:off x="6314238" y="4774107"/>
              <a:ext cx="1150705" cy="276447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-Right Arrow 12">
              <a:extLst>
                <a:ext uri="{FF2B5EF4-FFF2-40B4-BE49-F238E27FC236}">
                  <a16:creationId xmlns:a16="http://schemas.microsoft.com/office/drawing/2014/main" id="{8D23A68D-4F6B-EEB9-7830-367C879D3127}"/>
                </a:ext>
              </a:extLst>
            </p:cNvPr>
            <p:cNvSpPr/>
            <p:nvPr/>
          </p:nvSpPr>
          <p:spPr>
            <a:xfrm rot="2935885">
              <a:off x="7263829" y="3222195"/>
              <a:ext cx="1150705" cy="276447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-Right Arrow 13">
              <a:extLst>
                <a:ext uri="{FF2B5EF4-FFF2-40B4-BE49-F238E27FC236}">
                  <a16:creationId xmlns:a16="http://schemas.microsoft.com/office/drawing/2014/main" id="{03940D36-D56F-6446-EBDB-936CF58AF4BC}"/>
                </a:ext>
              </a:extLst>
            </p:cNvPr>
            <p:cNvSpPr/>
            <p:nvPr/>
          </p:nvSpPr>
          <p:spPr>
            <a:xfrm rot="18477443">
              <a:off x="5364648" y="3236282"/>
              <a:ext cx="1150705" cy="276447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4" descr="Scalable system vector icon can be used for data analytics iconset |  Premium Vector">
              <a:extLst>
                <a:ext uri="{FF2B5EF4-FFF2-40B4-BE49-F238E27FC236}">
                  <a16:creationId xmlns:a16="http://schemas.microsoft.com/office/drawing/2014/main" id="{A5DC2B54-6553-F3C2-AEEB-98356B85C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1490" y="3913170"/>
              <a:ext cx="1998323" cy="1998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6F98079-0A56-BDB0-FE77-32008C984B72}"/>
              </a:ext>
            </a:extLst>
          </p:cNvPr>
          <p:cNvSpPr txBox="1">
            <a:spLocks/>
          </p:cNvSpPr>
          <p:nvPr/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200"/>
              </a:spcBef>
              <a:buFont typeface="Arial" panose="020B0604020202020204" pitchFamily="34" charset="0"/>
              <a:buNone/>
              <a:defRPr sz="3600" kern="1200">
                <a:solidFill>
                  <a:srgbClr val="333D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Business Value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99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F14101-9C45-B999-A22D-70E4D9203B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947515"/>
      </p:ext>
    </p:extLst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86</TotalTime>
  <Words>155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Helvetica Neue</vt:lpstr>
      <vt:lpstr>AIA_2020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2</cp:revision>
  <cp:lastPrinted>2020-05-18T12:18:52Z</cp:lastPrinted>
  <dcterms:created xsi:type="dcterms:W3CDTF">2026-02-13T01:36:38Z</dcterms:created>
  <dcterms:modified xsi:type="dcterms:W3CDTF">2026-02-13T03:03:09Z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ac7489-8e74-4740-9640-de6a90bd2a80_Enabled">
    <vt:lpwstr>true</vt:lpwstr>
  </property>
  <property fmtid="{D5CDD505-2E9C-101B-9397-08002B2CF9AE}" pid="3" name="MSIP_Label_edac7489-8e74-4740-9640-de6a90bd2a80_SetDate">
    <vt:lpwstr>2024-03-21T07:18:01Z</vt:lpwstr>
  </property>
  <property fmtid="{D5CDD505-2E9C-101B-9397-08002B2CF9AE}" pid="4" name="MSIP_Label_edac7489-8e74-4740-9640-de6a90bd2a80_Method">
    <vt:lpwstr>Standard</vt:lpwstr>
  </property>
  <property fmtid="{D5CDD505-2E9C-101B-9397-08002B2CF9AE}" pid="5" name="MSIP_Label_edac7489-8e74-4740-9640-de6a90bd2a80_Name">
    <vt:lpwstr>edac7489-8e74-4740-9640-de6a90bd2a80</vt:lpwstr>
  </property>
  <property fmtid="{D5CDD505-2E9C-101B-9397-08002B2CF9AE}" pid="6" name="MSIP_Label_edac7489-8e74-4740-9640-de6a90bd2a80_SiteId">
    <vt:lpwstr>7f2c1900-9fd4-4b89-91d3-79a649996f0a</vt:lpwstr>
  </property>
  <property fmtid="{D5CDD505-2E9C-101B-9397-08002B2CF9AE}" pid="7" name="MSIP_Label_edac7489-8e74-4740-9640-de6a90bd2a80_ActionId">
    <vt:lpwstr>a408d18a-af58-4859-91c5-f9d86747a9db</vt:lpwstr>
  </property>
  <property fmtid="{D5CDD505-2E9C-101B-9397-08002B2CF9AE}" pid="8" name="MSIP_Label_edac7489-8e74-4740-9640-de6a90bd2a80_ContentBits">
    <vt:lpwstr>2</vt:lpwstr>
  </property>
</Properties>
</file>