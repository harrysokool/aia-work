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256" r:id="rId2"/>
    <p:sldId id="257" r:id="rId3"/>
    <p:sldId id="258" r:id="rId4"/>
    <p:sldId id="268" r:id="rId5"/>
    <p:sldId id="259" r:id="rId6"/>
    <p:sldId id="260" r:id="rId7"/>
    <p:sldId id="269" r:id="rId8"/>
    <p:sldId id="263" r:id="rId9"/>
    <p:sldId id="267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A5915C"/>
    <a:srgbClr val="68655A"/>
    <a:srgbClr val="FF7A85"/>
    <a:srgbClr val="4C4794"/>
    <a:srgbClr val="333D47"/>
    <a:srgbClr val="F1C400"/>
    <a:srgbClr val="D31145"/>
    <a:srgbClr val="42005B"/>
    <a:srgbClr val="42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018" autoAdjust="0"/>
    <p:restoredTop sz="94687"/>
  </p:normalViewPr>
  <p:slideViewPr>
    <p:cSldViewPr snapToGrid="0" showGuides="1">
      <p:cViewPr varScale="1">
        <p:scale>
          <a:sx n="117" d="100"/>
          <a:sy n="117" d="100"/>
        </p:scale>
        <p:origin x="396" y="270"/>
      </p:cViewPr>
      <p:guideLst>
        <p:guide orient="horz" pos="2160"/>
        <p:guide pos="3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56" d="100"/>
          <a:sy n="56" d="100"/>
        </p:scale>
        <p:origin x="2588" y="5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F72F1B2-BC9A-4183-9C5C-E7B6C0A496FD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23C0F704-0F71-4287-84C9-ACE3A20F8FC4}">
      <dgm:prSet custT="1"/>
      <dgm:spPr/>
      <dgm:t>
        <a:bodyPr/>
        <a:lstStyle/>
        <a:p>
          <a:r>
            <a:rPr lang="en-US" sz="2200" dirty="0"/>
            <a:t>Retrieve Official Medical Registry Periodically</a:t>
          </a:r>
          <a:endParaRPr lang="en-GB" sz="2200" dirty="0"/>
        </a:p>
      </dgm:t>
    </dgm:pt>
    <dgm:pt modelId="{B1B35BA0-1A38-4FC2-A9B9-30EDC3197290}" type="parTrans" cxnId="{DE79A0DB-F381-4A02-A686-761F740E323B}">
      <dgm:prSet/>
      <dgm:spPr/>
      <dgm:t>
        <a:bodyPr/>
        <a:lstStyle/>
        <a:p>
          <a:endParaRPr lang="en-GB"/>
        </a:p>
      </dgm:t>
    </dgm:pt>
    <dgm:pt modelId="{6A32B928-D67A-454B-9489-6B66E4A2AE0B}" type="sibTrans" cxnId="{DE79A0DB-F381-4A02-A686-761F740E323B}">
      <dgm:prSet/>
      <dgm:spPr/>
      <dgm:t>
        <a:bodyPr/>
        <a:lstStyle/>
        <a:p>
          <a:endParaRPr lang="en-GB"/>
        </a:p>
      </dgm:t>
    </dgm:pt>
    <dgm:pt modelId="{DEA76871-F657-4082-9A15-E4F59F6DC88E}">
      <dgm:prSet custT="1"/>
      <dgm:spPr/>
      <dgm:t>
        <a:bodyPr/>
        <a:lstStyle/>
        <a:p>
          <a:r>
            <a:rPr lang="en-GB" sz="1800" dirty="0"/>
            <a:t>Download the latest registered provider list from the official medical authority (daily/weekly).</a:t>
          </a:r>
        </a:p>
      </dgm:t>
    </dgm:pt>
    <dgm:pt modelId="{BB435129-B0F2-42F0-9020-20D5A927F00C}" type="parTrans" cxnId="{82B8E5A6-746F-480E-AF82-1BA35726329C}">
      <dgm:prSet/>
      <dgm:spPr/>
      <dgm:t>
        <a:bodyPr/>
        <a:lstStyle/>
        <a:p>
          <a:endParaRPr lang="en-GB"/>
        </a:p>
      </dgm:t>
    </dgm:pt>
    <dgm:pt modelId="{A6DACD0A-0C18-40A9-AACA-844212756DBF}" type="sibTrans" cxnId="{82B8E5A6-746F-480E-AF82-1BA35726329C}">
      <dgm:prSet/>
      <dgm:spPr/>
      <dgm:t>
        <a:bodyPr/>
        <a:lstStyle/>
        <a:p>
          <a:endParaRPr lang="en-GB"/>
        </a:p>
      </dgm:t>
    </dgm:pt>
    <dgm:pt modelId="{5391143F-3CAD-4968-9590-BDA76B5A6C6A}">
      <dgm:prSet custT="1"/>
      <dgm:spPr/>
      <dgm:t>
        <a:bodyPr/>
        <a:lstStyle/>
        <a:p>
          <a:r>
            <a:rPr lang="en-GB" sz="2200" dirty="0"/>
            <a:t>Reconcile Entire Internal Provider List</a:t>
          </a:r>
        </a:p>
      </dgm:t>
    </dgm:pt>
    <dgm:pt modelId="{1A181EA8-05FD-49BB-AD68-A1E630BED8F4}" type="parTrans" cxnId="{748F3867-D0BC-4F84-AE87-9B7E564F6E23}">
      <dgm:prSet/>
      <dgm:spPr/>
      <dgm:t>
        <a:bodyPr/>
        <a:lstStyle/>
        <a:p>
          <a:endParaRPr lang="en-GB"/>
        </a:p>
      </dgm:t>
    </dgm:pt>
    <dgm:pt modelId="{86EC2B25-ADB3-4377-9BE6-2431A8647464}" type="sibTrans" cxnId="{748F3867-D0BC-4F84-AE87-9B7E564F6E23}">
      <dgm:prSet/>
      <dgm:spPr/>
      <dgm:t>
        <a:bodyPr/>
        <a:lstStyle/>
        <a:p>
          <a:endParaRPr lang="en-GB"/>
        </a:p>
      </dgm:t>
    </dgm:pt>
    <dgm:pt modelId="{35E5C449-1353-47CA-8AEA-F52F2B887F67}">
      <dgm:prSet custT="1"/>
      <dgm:spPr/>
      <dgm:t>
        <a:bodyPr/>
        <a:lstStyle/>
        <a:p>
          <a:r>
            <a:rPr lang="en-GB" sz="1800" dirty="0"/>
            <a:t>Perform automated comparison between the internal provider list and official registry.</a:t>
          </a:r>
        </a:p>
      </dgm:t>
    </dgm:pt>
    <dgm:pt modelId="{40C1B47E-5E28-4F43-AFE3-1FC45D9B9FE2}" type="parTrans" cxnId="{EFFEE83E-B8F3-420E-AA30-B29A88C435F0}">
      <dgm:prSet/>
      <dgm:spPr/>
      <dgm:t>
        <a:bodyPr/>
        <a:lstStyle/>
        <a:p>
          <a:endParaRPr lang="en-GB"/>
        </a:p>
      </dgm:t>
    </dgm:pt>
    <dgm:pt modelId="{0DD0F408-487D-40E0-A294-1049859B96EB}" type="sibTrans" cxnId="{EFFEE83E-B8F3-420E-AA30-B29A88C435F0}">
      <dgm:prSet/>
      <dgm:spPr/>
      <dgm:t>
        <a:bodyPr/>
        <a:lstStyle/>
        <a:p>
          <a:endParaRPr lang="en-GB"/>
        </a:p>
      </dgm:t>
    </dgm:pt>
    <dgm:pt modelId="{75939562-C762-4A16-9E48-3A2CB9D37433}">
      <dgm:prSet custT="1"/>
      <dgm:spPr/>
      <dgm:t>
        <a:bodyPr/>
        <a:lstStyle/>
        <a:p>
          <a:r>
            <a:rPr lang="en-GB" sz="2200" dirty="0"/>
            <a:t>Identify and Flag Discrepancies</a:t>
          </a:r>
        </a:p>
      </dgm:t>
    </dgm:pt>
    <dgm:pt modelId="{D5FBBE52-D9C3-434F-A318-2E2292587F46}" type="parTrans" cxnId="{AE043733-E04F-4F9C-8C32-70015DAE9A14}">
      <dgm:prSet/>
      <dgm:spPr/>
      <dgm:t>
        <a:bodyPr/>
        <a:lstStyle/>
        <a:p>
          <a:endParaRPr lang="en-GB"/>
        </a:p>
      </dgm:t>
    </dgm:pt>
    <dgm:pt modelId="{D8F4099F-5548-4E63-B4ED-C0034940E65F}" type="sibTrans" cxnId="{AE043733-E04F-4F9C-8C32-70015DAE9A14}">
      <dgm:prSet/>
      <dgm:spPr/>
      <dgm:t>
        <a:bodyPr/>
        <a:lstStyle/>
        <a:p>
          <a:endParaRPr lang="en-GB"/>
        </a:p>
      </dgm:t>
    </dgm:pt>
    <dgm:pt modelId="{94C324DB-28BB-4568-962F-5843D0530B81}">
      <dgm:prSet custT="1"/>
      <dgm:spPr/>
      <dgm:t>
        <a:bodyPr/>
        <a:lstStyle/>
        <a:p>
          <a:r>
            <a:rPr lang="en-GB" sz="1800" dirty="0"/>
            <a:t>Flag providers where:</a:t>
          </a:r>
        </a:p>
      </dgm:t>
    </dgm:pt>
    <dgm:pt modelId="{726E76C6-DE70-4552-B851-B8600420101B}" type="parTrans" cxnId="{0B0394BF-A179-4665-992A-5E5CD9D4A3E9}">
      <dgm:prSet/>
      <dgm:spPr/>
      <dgm:t>
        <a:bodyPr/>
        <a:lstStyle/>
        <a:p>
          <a:endParaRPr lang="en-GB"/>
        </a:p>
      </dgm:t>
    </dgm:pt>
    <dgm:pt modelId="{445D7A4A-F6FA-45A8-AB75-ADF1E0983526}" type="sibTrans" cxnId="{0B0394BF-A179-4665-992A-5E5CD9D4A3E9}">
      <dgm:prSet/>
      <dgm:spPr/>
      <dgm:t>
        <a:bodyPr/>
        <a:lstStyle/>
        <a:p>
          <a:endParaRPr lang="en-GB"/>
        </a:p>
      </dgm:t>
    </dgm:pt>
    <dgm:pt modelId="{E1FFD5BC-8DD4-4B60-B977-F30F37D352CE}">
      <dgm:prSet custT="1"/>
      <dgm:spPr/>
      <dgm:t>
        <a:bodyPr/>
        <a:lstStyle/>
        <a:p>
          <a:r>
            <a:rPr lang="en-GB" sz="1800" dirty="0"/>
            <a:t>Provider not found in official registry.</a:t>
          </a:r>
        </a:p>
      </dgm:t>
    </dgm:pt>
    <dgm:pt modelId="{D5155580-BAA9-4FF2-B8A5-23F6C8638921}" type="parTrans" cxnId="{8C5B8146-6694-4640-A9D9-6FA4974C2531}">
      <dgm:prSet/>
      <dgm:spPr/>
      <dgm:t>
        <a:bodyPr/>
        <a:lstStyle/>
        <a:p>
          <a:endParaRPr lang="en-GB"/>
        </a:p>
      </dgm:t>
    </dgm:pt>
    <dgm:pt modelId="{926FDBBB-DB96-488A-AA7E-68FCED98C9C1}" type="sibTrans" cxnId="{8C5B8146-6694-4640-A9D9-6FA4974C2531}">
      <dgm:prSet/>
      <dgm:spPr/>
      <dgm:t>
        <a:bodyPr/>
        <a:lstStyle/>
        <a:p>
          <a:endParaRPr lang="en-GB"/>
        </a:p>
      </dgm:t>
    </dgm:pt>
    <dgm:pt modelId="{B433A020-31BE-41DE-AD5C-CC63054D7AB4}">
      <dgm:prSet custT="1"/>
      <dgm:spPr/>
      <dgm:t>
        <a:bodyPr/>
        <a:lstStyle/>
        <a:p>
          <a:r>
            <a:rPr lang="en-GB" sz="1800" dirty="0"/>
            <a:t>Registration status changed (e.g. suspended, expired, deregistered).</a:t>
          </a:r>
        </a:p>
      </dgm:t>
    </dgm:pt>
    <dgm:pt modelId="{176F3136-3322-466A-B99E-98C897FA19C8}" type="parTrans" cxnId="{80DE181E-95DC-4E31-B9ED-75A3E91925E1}">
      <dgm:prSet/>
      <dgm:spPr/>
      <dgm:t>
        <a:bodyPr/>
        <a:lstStyle/>
        <a:p>
          <a:endParaRPr lang="en-GB"/>
        </a:p>
      </dgm:t>
    </dgm:pt>
    <dgm:pt modelId="{60561AF6-3AC8-4BDA-9C05-6294DE119C86}" type="sibTrans" cxnId="{80DE181E-95DC-4E31-B9ED-75A3E91925E1}">
      <dgm:prSet/>
      <dgm:spPr/>
      <dgm:t>
        <a:bodyPr/>
        <a:lstStyle/>
        <a:p>
          <a:endParaRPr lang="en-GB"/>
        </a:p>
      </dgm:t>
    </dgm:pt>
    <dgm:pt modelId="{4C3B8F69-A3AF-428B-965B-E11F01F1EC22}">
      <dgm:prSet custT="1"/>
      <dgm:spPr/>
      <dgm:t>
        <a:bodyPr/>
        <a:lstStyle/>
        <a:p>
          <a:endParaRPr lang="en-GB" sz="1800" dirty="0"/>
        </a:p>
      </dgm:t>
    </dgm:pt>
    <dgm:pt modelId="{3D5D1BC9-1732-4B5F-87DC-222968FB6A76}" type="parTrans" cxnId="{42AFD2AF-5002-4D46-A596-CAEF7CDEAA8E}">
      <dgm:prSet/>
      <dgm:spPr/>
      <dgm:t>
        <a:bodyPr/>
        <a:lstStyle/>
        <a:p>
          <a:endParaRPr lang="en-GB"/>
        </a:p>
      </dgm:t>
    </dgm:pt>
    <dgm:pt modelId="{96FA5B32-05EB-4F65-AE77-8129D580AE58}" type="sibTrans" cxnId="{42AFD2AF-5002-4D46-A596-CAEF7CDEAA8E}">
      <dgm:prSet/>
      <dgm:spPr/>
      <dgm:t>
        <a:bodyPr/>
        <a:lstStyle/>
        <a:p>
          <a:endParaRPr lang="en-GB"/>
        </a:p>
      </dgm:t>
    </dgm:pt>
    <dgm:pt modelId="{458F09F0-7B76-4600-9F45-6D3AAA126ED7}" type="pres">
      <dgm:prSet presAssocID="{AF72F1B2-BC9A-4183-9C5C-E7B6C0A496FD}" presName="linear" presStyleCnt="0">
        <dgm:presLayoutVars>
          <dgm:animLvl val="lvl"/>
          <dgm:resizeHandles val="exact"/>
        </dgm:presLayoutVars>
      </dgm:prSet>
      <dgm:spPr/>
    </dgm:pt>
    <dgm:pt modelId="{9DF24910-F2B3-4A40-B3FB-2B06AE81A9C7}" type="pres">
      <dgm:prSet presAssocID="{23C0F704-0F71-4287-84C9-ACE3A20F8FC4}" presName="parentText" presStyleLbl="node1" presStyleIdx="0" presStyleCnt="3" custLinFactNeighborX="0" custLinFactNeighborY="-41699">
        <dgm:presLayoutVars>
          <dgm:chMax val="0"/>
          <dgm:bulletEnabled val="1"/>
        </dgm:presLayoutVars>
      </dgm:prSet>
      <dgm:spPr/>
    </dgm:pt>
    <dgm:pt modelId="{28ED37E8-D1C4-4124-BEE1-2C3A05A85DC0}" type="pres">
      <dgm:prSet presAssocID="{23C0F704-0F71-4287-84C9-ACE3A20F8FC4}" presName="childText" presStyleLbl="revTx" presStyleIdx="0" presStyleCnt="3">
        <dgm:presLayoutVars>
          <dgm:bulletEnabled val="1"/>
        </dgm:presLayoutVars>
      </dgm:prSet>
      <dgm:spPr/>
    </dgm:pt>
    <dgm:pt modelId="{EC646298-8F3A-4CED-9852-67DF7E52E49B}" type="pres">
      <dgm:prSet presAssocID="{5391143F-3CAD-4968-9590-BDA76B5A6C6A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601518BE-0DF1-4F07-92C6-85835E7F59CA}" type="pres">
      <dgm:prSet presAssocID="{5391143F-3CAD-4968-9590-BDA76B5A6C6A}" presName="childText" presStyleLbl="revTx" presStyleIdx="1" presStyleCnt="3">
        <dgm:presLayoutVars>
          <dgm:bulletEnabled val="1"/>
        </dgm:presLayoutVars>
      </dgm:prSet>
      <dgm:spPr/>
    </dgm:pt>
    <dgm:pt modelId="{1B86791A-5AEE-4E24-B0F1-FBF6616DB5DD}" type="pres">
      <dgm:prSet presAssocID="{75939562-C762-4A16-9E48-3A2CB9D37433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CEEDDDCB-A1C6-42A4-AC81-0E4BE0D9E449}" type="pres">
      <dgm:prSet presAssocID="{75939562-C762-4A16-9E48-3A2CB9D37433}" presName="childText" presStyleLbl="revTx" presStyleIdx="2" presStyleCnt="3">
        <dgm:presLayoutVars>
          <dgm:bulletEnabled val="1"/>
        </dgm:presLayoutVars>
      </dgm:prSet>
      <dgm:spPr/>
    </dgm:pt>
  </dgm:ptLst>
  <dgm:cxnLst>
    <dgm:cxn modelId="{7AB71E16-39F0-428B-9341-FA70BB3F8E24}" type="presOf" srcId="{23C0F704-0F71-4287-84C9-ACE3A20F8FC4}" destId="{9DF24910-F2B3-4A40-B3FB-2B06AE81A9C7}" srcOrd="0" destOrd="0" presId="urn:microsoft.com/office/officeart/2005/8/layout/vList2"/>
    <dgm:cxn modelId="{80DE181E-95DC-4E31-B9ED-75A3E91925E1}" srcId="{75939562-C762-4A16-9E48-3A2CB9D37433}" destId="{B433A020-31BE-41DE-AD5C-CC63054D7AB4}" srcOrd="2" destOrd="0" parTransId="{176F3136-3322-466A-B99E-98C897FA19C8}" sibTransId="{60561AF6-3AC8-4BDA-9C05-6294DE119C86}"/>
    <dgm:cxn modelId="{C12EF725-EA68-4901-9FCA-D08C53A1231F}" type="presOf" srcId="{DEA76871-F657-4082-9A15-E4F59F6DC88E}" destId="{28ED37E8-D1C4-4124-BEE1-2C3A05A85DC0}" srcOrd="0" destOrd="0" presId="urn:microsoft.com/office/officeart/2005/8/layout/vList2"/>
    <dgm:cxn modelId="{F1C3902D-EE72-47EF-BDCD-0618D69C531F}" type="presOf" srcId="{75939562-C762-4A16-9E48-3A2CB9D37433}" destId="{1B86791A-5AEE-4E24-B0F1-FBF6616DB5DD}" srcOrd="0" destOrd="0" presId="urn:microsoft.com/office/officeart/2005/8/layout/vList2"/>
    <dgm:cxn modelId="{AE043733-E04F-4F9C-8C32-70015DAE9A14}" srcId="{AF72F1B2-BC9A-4183-9C5C-E7B6C0A496FD}" destId="{75939562-C762-4A16-9E48-3A2CB9D37433}" srcOrd="2" destOrd="0" parTransId="{D5FBBE52-D9C3-434F-A318-2E2292587F46}" sibTransId="{D8F4099F-5548-4E63-B4ED-C0034940E65F}"/>
    <dgm:cxn modelId="{EFFEE83E-B8F3-420E-AA30-B29A88C435F0}" srcId="{5391143F-3CAD-4968-9590-BDA76B5A6C6A}" destId="{35E5C449-1353-47CA-8AEA-F52F2B887F67}" srcOrd="0" destOrd="0" parTransId="{40C1B47E-5E28-4F43-AFE3-1FC45D9B9FE2}" sibTransId="{0DD0F408-487D-40E0-A294-1049859B96EB}"/>
    <dgm:cxn modelId="{3FB0705D-C906-4029-9ADE-150C63860E83}" type="presOf" srcId="{4C3B8F69-A3AF-428B-965B-E11F01F1EC22}" destId="{28ED37E8-D1C4-4124-BEE1-2C3A05A85DC0}" srcOrd="0" destOrd="1" presId="urn:microsoft.com/office/officeart/2005/8/layout/vList2"/>
    <dgm:cxn modelId="{8C5B8146-6694-4640-A9D9-6FA4974C2531}" srcId="{75939562-C762-4A16-9E48-3A2CB9D37433}" destId="{E1FFD5BC-8DD4-4B60-B977-F30F37D352CE}" srcOrd="1" destOrd="0" parTransId="{D5155580-BAA9-4FF2-B8A5-23F6C8638921}" sibTransId="{926FDBBB-DB96-488A-AA7E-68FCED98C9C1}"/>
    <dgm:cxn modelId="{748F3867-D0BC-4F84-AE87-9B7E564F6E23}" srcId="{AF72F1B2-BC9A-4183-9C5C-E7B6C0A496FD}" destId="{5391143F-3CAD-4968-9590-BDA76B5A6C6A}" srcOrd="1" destOrd="0" parTransId="{1A181EA8-05FD-49BB-AD68-A1E630BED8F4}" sibTransId="{86EC2B25-ADB3-4377-9BE6-2431A8647464}"/>
    <dgm:cxn modelId="{9B3B1549-8898-439F-91B9-F5C37B309870}" type="presOf" srcId="{E1FFD5BC-8DD4-4B60-B977-F30F37D352CE}" destId="{CEEDDDCB-A1C6-42A4-AC81-0E4BE0D9E449}" srcOrd="0" destOrd="1" presId="urn:microsoft.com/office/officeart/2005/8/layout/vList2"/>
    <dgm:cxn modelId="{77CD076B-C366-4D12-B4F5-1BCBA17A21AD}" type="presOf" srcId="{5391143F-3CAD-4968-9590-BDA76B5A6C6A}" destId="{EC646298-8F3A-4CED-9852-67DF7E52E49B}" srcOrd="0" destOrd="0" presId="urn:microsoft.com/office/officeart/2005/8/layout/vList2"/>
    <dgm:cxn modelId="{BE6E0980-4CCF-4216-986A-B06A20A101C3}" type="presOf" srcId="{B433A020-31BE-41DE-AD5C-CC63054D7AB4}" destId="{CEEDDDCB-A1C6-42A4-AC81-0E4BE0D9E449}" srcOrd="0" destOrd="2" presId="urn:microsoft.com/office/officeart/2005/8/layout/vList2"/>
    <dgm:cxn modelId="{302E3189-5A47-424E-A8DE-3ADF147317E2}" type="presOf" srcId="{35E5C449-1353-47CA-8AEA-F52F2B887F67}" destId="{601518BE-0DF1-4F07-92C6-85835E7F59CA}" srcOrd="0" destOrd="0" presId="urn:microsoft.com/office/officeart/2005/8/layout/vList2"/>
    <dgm:cxn modelId="{2A558E8A-6995-442D-9F38-7B628691BE7E}" type="presOf" srcId="{94C324DB-28BB-4568-962F-5843D0530B81}" destId="{CEEDDDCB-A1C6-42A4-AC81-0E4BE0D9E449}" srcOrd="0" destOrd="0" presId="urn:microsoft.com/office/officeart/2005/8/layout/vList2"/>
    <dgm:cxn modelId="{82B8E5A6-746F-480E-AF82-1BA35726329C}" srcId="{23C0F704-0F71-4287-84C9-ACE3A20F8FC4}" destId="{DEA76871-F657-4082-9A15-E4F59F6DC88E}" srcOrd="0" destOrd="0" parTransId="{BB435129-B0F2-42F0-9020-20D5A927F00C}" sibTransId="{A6DACD0A-0C18-40A9-AACA-844212756DBF}"/>
    <dgm:cxn modelId="{42AFD2AF-5002-4D46-A596-CAEF7CDEAA8E}" srcId="{23C0F704-0F71-4287-84C9-ACE3A20F8FC4}" destId="{4C3B8F69-A3AF-428B-965B-E11F01F1EC22}" srcOrd="1" destOrd="0" parTransId="{3D5D1BC9-1732-4B5F-87DC-222968FB6A76}" sibTransId="{96FA5B32-05EB-4F65-AE77-8129D580AE58}"/>
    <dgm:cxn modelId="{0B0394BF-A179-4665-992A-5E5CD9D4A3E9}" srcId="{75939562-C762-4A16-9E48-3A2CB9D37433}" destId="{94C324DB-28BB-4568-962F-5843D0530B81}" srcOrd="0" destOrd="0" parTransId="{726E76C6-DE70-4552-B851-B8600420101B}" sibTransId="{445D7A4A-F6FA-45A8-AB75-ADF1E0983526}"/>
    <dgm:cxn modelId="{DE79A0DB-F381-4A02-A686-761F740E323B}" srcId="{AF72F1B2-BC9A-4183-9C5C-E7B6C0A496FD}" destId="{23C0F704-0F71-4287-84C9-ACE3A20F8FC4}" srcOrd="0" destOrd="0" parTransId="{B1B35BA0-1A38-4FC2-A9B9-30EDC3197290}" sibTransId="{6A32B928-D67A-454B-9489-6B66E4A2AE0B}"/>
    <dgm:cxn modelId="{97D4F3DC-3C14-421A-B6EC-4A6759F212F8}" type="presOf" srcId="{AF72F1B2-BC9A-4183-9C5C-E7B6C0A496FD}" destId="{458F09F0-7B76-4600-9F45-6D3AAA126ED7}" srcOrd="0" destOrd="0" presId="urn:microsoft.com/office/officeart/2005/8/layout/vList2"/>
    <dgm:cxn modelId="{E491C051-118F-4C27-AD92-86580480121E}" type="presParOf" srcId="{458F09F0-7B76-4600-9F45-6D3AAA126ED7}" destId="{9DF24910-F2B3-4A40-B3FB-2B06AE81A9C7}" srcOrd="0" destOrd="0" presId="urn:microsoft.com/office/officeart/2005/8/layout/vList2"/>
    <dgm:cxn modelId="{A0003884-1C0E-47E6-A0C0-720188C0DDFF}" type="presParOf" srcId="{458F09F0-7B76-4600-9F45-6D3AAA126ED7}" destId="{28ED37E8-D1C4-4124-BEE1-2C3A05A85DC0}" srcOrd="1" destOrd="0" presId="urn:microsoft.com/office/officeart/2005/8/layout/vList2"/>
    <dgm:cxn modelId="{9280F1EC-F0A5-4BEF-8294-7E32FCAE16D0}" type="presParOf" srcId="{458F09F0-7B76-4600-9F45-6D3AAA126ED7}" destId="{EC646298-8F3A-4CED-9852-67DF7E52E49B}" srcOrd="2" destOrd="0" presId="urn:microsoft.com/office/officeart/2005/8/layout/vList2"/>
    <dgm:cxn modelId="{A4A1CC4C-D6AB-4D12-9C3A-70B529A935C5}" type="presParOf" srcId="{458F09F0-7B76-4600-9F45-6D3AAA126ED7}" destId="{601518BE-0DF1-4F07-92C6-85835E7F59CA}" srcOrd="3" destOrd="0" presId="urn:microsoft.com/office/officeart/2005/8/layout/vList2"/>
    <dgm:cxn modelId="{B546ADBB-9A87-43C5-8523-054D59DE2B7A}" type="presParOf" srcId="{458F09F0-7B76-4600-9F45-6D3AAA126ED7}" destId="{1B86791A-5AEE-4E24-B0F1-FBF6616DB5DD}" srcOrd="4" destOrd="0" presId="urn:microsoft.com/office/officeart/2005/8/layout/vList2"/>
    <dgm:cxn modelId="{1C9D18D4-2440-4A36-902A-7B6B003DBE01}" type="presParOf" srcId="{458F09F0-7B76-4600-9F45-6D3AAA126ED7}" destId="{CEEDDDCB-A1C6-42A4-AC81-0E4BE0D9E449}" srcOrd="5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DF24910-F2B3-4A40-B3FB-2B06AE81A9C7}">
      <dsp:nvSpPr>
        <dsp:cNvPr id="0" name=""/>
        <dsp:cNvSpPr/>
      </dsp:nvSpPr>
      <dsp:spPr>
        <a:xfrm>
          <a:off x="0" y="0"/>
          <a:ext cx="9241200" cy="6552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Retrieve Official Medical Registry Periodically</a:t>
          </a:r>
          <a:endParaRPr lang="en-GB" sz="2200" kern="1200" dirty="0"/>
        </a:p>
      </dsp:txBody>
      <dsp:txXfrm>
        <a:off x="31984" y="31984"/>
        <a:ext cx="9177232" cy="591232"/>
      </dsp:txXfrm>
    </dsp:sp>
    <dsp:sp modelId="{28ED37E8-D1C4-4124-BEE1-2C3A05A85DC0}">
      <dsp:nvSpPr>
        <dsp:cNvPr id="0" name=""/>
        <dsp:cNvSpPr/>
      </dsp:nvSpPr>
      <dsp:spPr>
        <a:xfrm>
          <a:off x="0" y="668499"/>
          <a:ext cx="9241200" cy="8150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3408" tIns="22860" rIns="128016" bIns="2286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 dirty="0"/>
            <a:t>Download the latest registered provider list from the official medical authority (daily/weekly).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endParaRPr lang="en-GB" sz="1800" kern="1200" dirty="0"/>
        </a:p>
      </dsp:txBody>
      <dsp:txXfrm>
        <a:off x="0" y="668499"/>
        <a:ext cx="9241200" cy="815062"/>
      </dsp:txXfrm>
    </dsp:sp>
    <dsp:sp modelId="{EC646298-8F3A-4CED-9852-67DF7E52E49B}">
      <dsp:nvSpPr>
        <dsp:cNvPr id="0" name=""/>
        <dsp:cNvSpPr/>
      </dsp:nvSpPr>
      <dsp:spPr>
        <a:xfrm>
          <a:off x="0" y="1483562"/>
          <a:ext cx="9241200" cy="6552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 dirty="0"/>
            <a:t>Reconcile Entire Internal Provider List</a:t>
          </a:r>
        </a:p>
      </dsp:txBody>
      <dsp:txXfrm>
        <a:off x="31984" y="1515546"/>
        <a:ext cx="9177232" cy="591232"/>
      </dsp:txXfrm>
    </dsp:sp>
    <dsp:sp modelId="{601518BE-0DF1-4F07-92C6-85835E7F59CA}">
      <dsp:nvSpPr>
        <dsp:cNvPr id="0" name=""/>
        <dsp:cNvSpPr/>
      </dsp:nvSpPr>
      <dsp:spPr>
        <a:xfrm>
          <a:off x="0" y="2138762"/>
          <a:ext cx="9241200" cy="5796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3408" tIns="22860" rIns="128016" bIns="2286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 dirty="0"/>
            <a:t>Perform automated comparison between the internal provider list and official registry.</a:t>
          </a:r>
        </a:p>
      </dsp:txBody>
      <dsp:txXfrm>
        <a:off x="0" y="2138762"/>
        <a:ext cx="9241200" cy="579600"/>
      </dsp:txXfrm>
    </dsp:sp>
    <dsp:sp modelId="{1B86791A-5AEE-4E24-B0F1-FBF6616DB5DD}">
      <dsp:nvSpPr>
        <dsp:cNvPr id="0" name=""/>
        <dsp:cNvSpPr/>
      </dsp:nvSpPr>
      <dsp:spPr>
        <a:xfrm>
          <a:off x="0" y="2718362"/>
          <a:ext cx="9241200" cy="6552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 dirty="0"/>
            <a:t>Identify and Flag Discrepancies</a:t>
          </a:r>
        </a:p>
      </dsp:txBody>
      <dsp:txXfrm>
        <a:off x="31984" y="2750346"/>
        <a:ext cx="9177232" cy="591232"/>
      </dsp:txXfrm>
    </dsp:sp>
    <dsp:sp modelId="{CEEDDDCB-A1C6-42A4-AC81-0E4BE0D9E449}">
      <dsp:nvSpPr>
        <dsp:cNvPr id="0" name=""/>
        <dsp:cNvSpPr/>
      </dsp:nvSpPr>
      <dsp:spPr>
        <a:xfrm>
          <a:off x="0" y="3373562"/>
          <a:ext cx="9241200" cy="869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3408" tIns="22860" rIns="128016" bIns="2286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 dirty="0"/>
            <a:t>Flag providers where: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 dirty="0"/>
            <a:t>Provider not found in official registry.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 dirty="0"/>
            <a:t>Registration status changed (e.g. suspended, expired, deregistered).</a:t>
          </a:r>
        </a:p>
      </dsp:txBody>
      <dsp:txXfrm>
        <a:off x="0" y="3373562"/>
        <a:ext cx="9241200" cy="8694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218ECE-A34A-49B3-9686-CAB705FE9FAE}" type="datetimeFigureOut">
              <a:rPr lang="en-GB" smtClean="0"/>
              <a:t>13/02/2026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CF2FCE-B231-44AD-BE06-D54B55D77B0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9141429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ECA36D-3A4E-49AB-8998-33E386CC9347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A808D9-4A71-422D-8C20-E440E917B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2780854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11.jpe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IA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3C8B2D97-7482-B047-9B05-E59F4C8D454C}"/>
              </a:ext>
            </a:extLst>
          </p:cNvPr>
          <p:cNvGrpSpPr/>
          <p:nvPr userDrawn="1"/>
        </p:nvGrpSpPr>
        <p:grpSpPr>
          <a:xfrm>
            <a:off x="0" y="-5486"/>
            <a:ext cx="12192000" cy="6863486"/>
            <a:chOff x="0" y="-5486"/>
            <a:chExt cx="12192000" cy="6863486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565177B-4800-6A4D-ACF1-A60D3E364849}"/>
                </a:ext>
              </a:extLst>
            </p:cNvPr>
            <p:cNvSpPr/>
            <p:nvPr userDrawn="1"/>
          </p:nvSpPr>
          <p:spPr>
            <a:xfrm>
              <a:off x="0" y="0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F4AB8107-860B-CD4F-9FC2-3EAC6C280383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t="2546" r="5124"/>
            <a:stretch/>
          </p:blipFill>
          <p:spPr>
            <a:xfrm>
              <a:off x="624742" y="-5486"/>
              <a:ext cx="11567258" cy="6683445"/>
            </a:xfrm>
            <a:prstGeom prst="rect">
              <a:avLst/>
            </a:prstGeom>
          </p:spPr>
        </p:pic>
      </p:grpSp>
      <p:sp>
        <p:nvSpPr>
          <p:cNvPr id="11" name="Subtitle 2">
            <a:extLst>
              <a:ext uri="{FF2B5EF4-FFF2-40B4-BE49-F238E27FC236}">
                <a16:creationId xmlns:a16="http://schemas.microsoft.com/office/drawing/2014/main" id="{7418E04C-6267-3C40-8045-E595A3F20DE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000" y="3601225"/>
            <a:ext cx="5080000" cy="3587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600"/>
              </a:spcBef>
              <a:buNone/>
              <a:defRPr sz="140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add date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DCC8A58C-864F-7041-A6F9-451CDBB9475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000" y="2160000"/>
            <a:ext cx="5400000" cy="126900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lnSpc>
                <a:spcPct val="80000"/>
              </a:lnSpc>
              <a:defRPr sz="48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Title of Presentation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55FA8A1-E8CC-7447-A8CA-4C3E1E53C399}"/>
              </a:ext>
            </a:extLst>
          </p:cNvPr>
          <p:cNvSpPr txBox="1"/>
          <p:nvPr userDrawn="1"/>
        </p:nvSpPr>
        <p:spPr>
          <a:xfrm>
            <a:off x="-1170000" y="2440557"/>
            <a:ext cx="1052488" cy="178510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l"/>
            <a:r>
              <a:rPr lang="en-US" sz="1000" dirty="0">
                <a:solidFill>
                  <a:srgbClr val="333D4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image can be replaced here and master view</a:t>
            </a:r>
          </a:p>
          <a:p>
            <a:pPr algn="l"/>
            <a:endParaRPr lang="en-US" sz="1000" dirty="0">
              <a:solidFill>
                <a:srgbClr val="333D4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n-GB" sz="1000" dirty="0">
                <a:latin typeface="Helvetica Neue" panose="02000503000000020004" pitchFamily="2" charset="0"/>
              </a:rPr>
              <a:t>Please </a:t>
            </a:r>
            <a:r>
              <a:rPr lang="en-GB" sz="1000" b="1" dirty="0">
                <a:latin typeface="Helvetica Neue" panose="02000503000000020004" pitchFamily="2" charset="0"/>
              </a:rPr>
              <a:t>do not </a:t>
            </a:r>
            <a:r>
              <a:rPr lang="en-GB" sz="1000" dirty="0">
                <a:latin typeface="Helvetica Neue" panose="02000503000000020004" pitchFamily="2" charset="0"/>
              </a:rPr>
              <a:t>use any internal photo competition participants’ images</a:t>
            </a:r>
            <a:endParaRPr lang="en-US" sz="1000" dirty="0">
              <a:solidFill>
                <a:srgbClr val="333D47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C25017-062B-8F43-A169-03040D11D39C}"/>
              </a:ext>
            </a:extLst>
          </p:cNvPr>
          <p:cNvSpPr txBox="1"/>
          <p:nvPr userDrawn="1"/>
        </p:nvSpPr>
        <p:spPr>
          <a:xfrm>
            <a:off x="360000" y="6336000"/>
            <a:ext cx="5400000" cy="216000"/>
          </a:xfrm>
          <a:prstGeom prst="rect">
            <a:avLst/>
          </a:prstGeom>
          <a:noFill/>
        </p:spPr>
        <p:txBody>
          <a:bodyPr wrap="square" lIns="90000" rtlCol="0" anchor="ctr" anchorCtr="0">
            <a:spAutoFit/>
          </a:bodyPr>
          <a:lstStyle/>
          <a:p>
            <a:r>
              <a:rPr lang="en-GB" sz="800" b="0" i="0" dirty="0">
                <a:solidFill>
                  <a:schemeClr val="bg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AIA confidential and proprietary information. Not for distribution. </a:t>
            </a:r>
            <a:endParaRPr 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rapezoid 5">
            <a:extLst>
              <a:ext uri="{FF2B5EF4-FFF2-40B4-BE49-F238E27FC236}">
                <a16:creationId xmlns:a16="http://schemas.microsoft.com/office/drawing/2014/main" id="{2D70B633-359E-094E-8547-ABD066006107}"/>
              </a:ext>
            </a:extLst>
          </p:cNvPr>
          <p:cNvSpPr/>
          <p:nvPr userDrawn="1"/>
        </p:nvSpPr>
        <p:spPr>
          <a:xfrm>
            <a:off x="6337300" y="1493839"/>
            <a:ext cx="5868000" cy="5369646"/>
          </a:xfrm>
          <a:custGeom>
            <a:avLst/>
            <a:gdLst>
              <a:gd name="connsiteX0" fmla="*/ 0 w 3508169"/>
              <a:gd name="connsiteY0" fmla="*/ 3543337 h 3543337"/>
              <a:gd name="connsiteX1" fmla="*/ 877042 w 3508169"/>
              <a:gd name="connsiteY1" fmla="*/ 0 h 3543337"/>
              <a:gd name="connsiteX2" fmla="*/ 2631127 w 3508169"/>
              <a:gd name="connsiteY2" fmla="*/ 0 h 3543337"/>
              <a:gd name="connsiteX3" fmla="*/ 3508169 w 3508169"/>
              <a:gd name="connsiteY3" fmla="*/ 3543337 h 3543337"/>
              <a:gd name="connsiteX4" fmla="*/ 0 w 3508169"/>
              <a:gd name="connsiteY4" fmla="*/ 3543337 h 3543337"/>
              <a:gd name="connsiteX0" fmla="*/ 0 w 6086008"/>
              <a:gd name="connsiteY0" fmla="*/ 5470415 h 5470415"/>
              <a:gd name="connsiteX1" fmla="*/ 877042 w 6086008"/>
              <a:gd name="connsiteY1" fmla="*/ 1927078 h 5470415"/>
              <a:gd name="connsiteX2" fmla="*/ 6086008 w 6086008"/>
              <a:gd name="connsiteY2" fmla="*/ 0 h 5470415"/>
              <a:gd name="connsiteX3" fmla="*/ 3508169 w 6086008"/>
              <a:gd name="connsiteY3" fmla="*/ 5470415 h 5470415"/>
              <a:gd name="connsiteX4" fmla="*/ 0 w 6086008"/>
              <a:gd name="connsiteY4" fmla="*/ 5470415 h 5470415"/>
              <a:gd name="connsiteX0" fmla="*/ 0 w 6086008"/>
              <a:gd name="connsiteY0" fmla="*/ 5470415 h 5470415"/>
              <a:gd name="connsiteX1" fmla="*/ 877042 w 6086008"/>
              <a:gd name="connsiteY1" fmla="*/ 1927078 h 5470415"/>
              <a:gd name="connsiteX2" fmla="*/ 6086008 w 6086008"/>
              <a:gd name="connsiteY2" fmla="*/ 0 h 5470415"/>
              <a:gd name="connsiteX3" fmla="*/ 6057143 w 6086008"/>
              <a:gd name="connsiteY3" fmla="*/ 3419009 h 5470415"/>
              <a:gd name="connsiteX4" fmla="*/ 0 w 6086008"/>
              <a:gd name="connsiteY4" fmla="*/ 5470415 h 5470415"/>
              <a:gd name="connsiteX0" fmla="*/ 3048556 w 5208966"/>
              <a:gd name="connsiteY0" fmla="*/ 6607124 h 6607124"/>
              <a:gd name="connsiteX1" fmla="*/ 0 w 5208966"/>
              <a:gd name="connsiteY1" fmla="*/ 1927078 h 6607124"/>
              <a:gd name="connsiteX2" fmla="*/ 5208966 w 5208966"/>
              <a:gd name="connsiteY2" fmla="*/ 0 h 6607124"/>
              <a:gd name="connsiteX3" fmla="*/ 5180101 w 5208966"/>
              <a:gd name="connsiteY3" fmla="*/ 3419009 h 6607124"/>
              <a:gd name="connsiteX4" fmla="*/ 3048556 w 5208966"/>
              <a:gd name="connsiteY4" fmla="*/ 6607124 h 6607124"/>
              <a:gd name="connsiteX0" fmla="*/ 4833726 w 6994136"/>
              <a:gd name="connsiteY0" fmla="*/ 6607124 h 6607124"/>
              <a:gd name="connsiteX1" fmla="*/ 0 w 6994136"/>
              <a:gd name="connsiteY1" fmla="*/ 2193494 h 6607124"/>
              <a:gd name="connsiteX2" fmla="*/ 6994136 w 6994136"/>
              <a:gd name="connsiteY2" fmla="*/ 0 h 6607124"/>
              <a:gd name="connsiteX3" fmla="*/ 6965271 w 6994136"/>
              <a:gd name="connsiteY3" fmla="*/ 3419009 h 6607124"/>
              <a:gd name="connsiteX4" fmla="*/ 4833726 w 6994136"/>
              <a:gd name="connsiteY4" fmla="*/ 6607124 h 6607124"/>
              <a:gd name="connsiteX0" fmla="*/ 4833726 w 6994136"/>
              <a:gd name="connsiteY0" fmla="*/ 6607124 h 6607124"/>
              <a:gd name="connsiteX1" fmla="*/ 1405487 w 6994136"/>
              <a:gd name="connsiteY1" fmla="*/ 3490053 h 6607124"/>
              <a:gd name="connsiteX2" fmla="*/ 0 w 6994136"/>
              <a:gd name="connsiteY2" fmla="*/ 2193494 h 6607124"/>
              <a:gd name="connsiteX3" fmla="*/ 6994136 w 6994136"/>
              <a:gd name="connsiteY3" fmla="*/ 0 h 6607124"/>
              <a:gd name="connsiteX4" fmla="*/ 6965271 w 6994136"/>
              <a:gd name="connsiteY4" fmla="*/ 3419009 h 6607124"/>
              <a:gd name="connsiteX5" fmla="*/ 4833726 w 6994136"/>
              <a:gd name="connsiteY5" fmla="*/ 6607124 h 6607124"/>
              <a:gd name="connsiteX0" fmla="*/ 4833726 w 6994136"/>
              <a:gd name="connsiteY0" fmla="*/ 6607124 h 6607124"/>
              <a:gd name="connsiteX1" fmla="*/ 4078801 w 6994136"/>
              <a:gd name="connsiteY1" fmla="*/ 6571601 h 6607124"/>
              <a:gd name="connsiteX2" fmla="*/ 0 w 6994136"/>
              <a:gd name="connsiteY2" fmla="*/ 2193494 h 6607124"/>
              <a:gd name="connsiteX3" fmla="*/ 6994136 w 6994136"/>
              <a:gd name="connsiteY3" fmla="*/ 0 h 6607124"/>
              <a:gd name="connsiteX4" fmla="*/ 6965271 w 6994136"/>
              <a:gd name="connsiteY4" fmla="*/ 3419009 h 6607124"/>
              <a:gd name="connsiteX5" fmla="*/ 4833726 w 6994136"/>
              <a:gd name="connsiteY5" fmla="*/ 6607124 h 6607124"/>
              <a:gd name="connsiteX0" fmla="*/ 4833726 w 6994136"/>
              <a:gd name="connsiteY0" fmla="*/ 6553841 h 6571601"/>
              <a:gd name="connsiteX1" fmla="*/ 4078801 w 6994136"/>
              <a:gd name="connsiteY1" fmla="*/ 6571601 h 6571601"/>
              <a:gd name="connsiteX2" fmla="*/ 0 w 6994136"/>
              <a:gd name="connsiteY2" fmla="*/ 2193494 h 6571601"/>
              <a:gd name="connsiteX3" fmla="*/ 6994136 w 6994136"/>
              <a:gd name="connsiteY3" fmla="*/ 0 h 6571601"/>
              <a:gd name="connsiteX4" fmla="*/ 6965271 w 6994136"/>
              <a:gd name="connsiteY4" fmla="*/ 3419009 h 6571601"/>
              <a:gd name="connsiteX5" fmla="*/ 4833726 w 6994136"/>
              <a:gd name="connsiteY5" fmla="*/ 6553841 h 6571601"/>
              <a:gd name="connsiteX0" fmla="*/ 4833726 w 6994136"/>
              <a:gd name="connsiteY0" fmla="*/ 6553841 h 6553841"/>
              <a:gd name="connsiteX1" fmla="*/ 4061039 w 6994136"/>
              <a:gd name="connsiteY1" fmla="*/ 6544959 h 6553841"/>
              <a:gd name="connsiteX2" fmla="*/ 0 w 6994136"/>
              <a:gd name="connsiteY2" fmla="*/ 2193494 h 6553841"/>
              <a:gd name="connsiteX3" fmla="*/ 6994136 w 6994136"/>
              <a:gd name="connsiteY3" fmla="*/ 0 h 6553841"/>
              <a:gd name="connsiteX4" fmla="*/ 6965271 w 6994136"/>
              <a:gd name="connsiteY4" fmla="*/ 3419009 h 6553841"/>
              <a:gd name="connsiteX5" fmla="*/ 4833726 w 6994136"/>
              <a:gd name="connsiteY5" fmla="*/ 6553841 h 6553841"/>
              <a:gd name="connsiteX0" fmla="*/ 4895896 w 7056306"/>
              <a:gd name="connsiteY0" fmla="*/ 6553841 h 6553841"/>
              <a:gd name="connsiteX1" fmla="*/ 4123209 w 7056306"/>
              <a:gd name="connsiteY1" fmla="*/ 6544959 h 6553841"/>
              <a:gd name="connsiteX2" fmla="*/ 0 w 7056306"/>
              <a:gd name="connsiteY2" fmla="*/ 2193494 h 6553841"/>
              <a:gd name="connsiteX3" fmla="*/ 7056306 w 7056306"/>
              <a:gd name="connsiteY3" fmla="*/ 0 h 6553841"/>
              <a:gd name="connsiteX4" fmla="*/ 7027441 w 7056306"/>
              <a:gd name="connsiteY4" fmla="*/ 3419009 h 6553841"/>
              <a:gd name="connsiteX5" fmla="*/ 4895896 w 7056306"/>
              <a:gd name="connsiteY5" fmla="*/ 6553841 h 6553841"/>
              <a:gd name="connsiteX0" fmla="*/ 4895896 w 7056306"/>
              <a:gd name="connsiteY0" fmla="*/ 6553841 h 6553841"/>
              <a:gd name="connsiteX1" fmla="*/ 4123209 w 7056306"/>
              <a:gd name="connsiteY1" fmla="*/ 6544959 h 6553841"/>
              <a:gd name="connsiteX2" fmla="*/ 197612 w 7056306"/>
              <a:gd name="connsiteY2" fmla="*/ 2397746 h 6553841"/>
              <a:gd name="connsiteX3" fmla="*/ 0 w 7056306"/>
              <a:gd name="connsiteY3" fmla="*/ 2193494 h 6553841"/>
              <a:gd name="connsiteX4" fmla="*/ 7056306 w 7056306"/>
              <a:gd name="connsiteY4" fmla="*/ 0 h 6553841"/>
              <a:gd name="connsiteX5" fmla="*/ 7027441 w 7056306"/>
              <a:gd name="connsiteY5" fmla="*/ 3419009 h 6553841"/>
              <a:gd name="connsiteX6" fmla="*/ 4895896 w 7056306"/>
              <a:gd name="connsiteY6" fmla="*/ 6553841 h 6553841"/>
              <a:gd name="connsiteX0" fmla="*/ 4895896 w 7056306"/>
              <a:gd name="connsiteY0" fmla="*/ 6553841 h 6553841"/>
              <a:gd name="connsiteX1" fmla="*/ 4123209 w 7056306"/>
              <a:gd name="connsiteY1" fmla="*/ 6544959 h 6553841"/>
              <a:gd name="connsiteX2" fmla="*/ 91034 w 7056306"/>
              <a:gd name="connsiteY2" fmla="*/ 2442148 h 6553841"/>
              <a:gd name="connsiteX3" fmla="*/ 0 w 7056306"/>
              <a:gd name="connsiteY3" fmla="*/ 2193494 h 6553841"/>
              <a:gd name="connsiteX4" fmla="*/ 7056306 w 7056306"/>
              <a:gd name="connsiteY4" fmla="*/ 0 h 6553841"/>
              <a:gd name="connsiteX5" fmla="*/ 7027441 w 7056306"/>
              <a:gd name="connsiteY5" fmla="*/ 3419009 h 6553841"/>
              <a:gd name="connsiteX6" fmla="*/ 4895896 w 7056306"/>
              <a:gd name="connsiteY6" fmla="*/ 6553841 h 6553841"/>
              <a:gd name="connsiteX0" fmla="*/ 4922142 w 7082552"/>
              <a:gd name="connsiteY0" fmla="*/ 6553841 h 6553841"/>
              <a:gd name="connsiteX1" fmla="*/ 4149455 w 7082552"/>
              <a:gd name="connsiteY1" fmla="*/ 6544959 h 6553841"/>
              <a:gd name="connsiteX2" fmla="*/ 117280 w 7082552"/>
              <a:gd name="connsiteY2" fmla="*/ 2442148 h 6553841"/>
              <a:gd name="connsiteX3" fmla="*/ 26246 w 7082552"/>
              <a:gd name="connsiteY3" fmla="*/ 2193494 h 6553841"/>
              <a:gd name="connsiteX4" fmla="*/ 7082552 w 7082552"/>
              <a:gd name="connsiteY4" fmla="*/ 0 h 6553841"/>
              <a:gd name="connsiteX5" fmla="*/ 7053687 w 7082552"/>
              <a:gd name="connsiteY5" fmla="*/ 3419009 h 6553841"/>
              <a:gd name="connsiteX6" fmla="*/ 4922142 w 7082552"/>
              <a:gd name="connsiteY6" fmla="*/ 6553841 h 6553841"/>
              <a:gd name="connsiteX0" fmla="*/ 4950971 w 7111381"/>
              <a:gd name="connsiteY0" fmla="*/ 6553841 h 6553841"/>
              <a:gd name="connsiteX1" fmla="*/ 4178284 w 7111381"/>
              <a:gd name="connsiteY1" fmla="*/ 6544959 h 6553841"/>
              <a:gd name="connsiteX2" fmla="*/ 146109 w 7111381"/>
              <a:gd name="connsiteY2" fmla="*/ 2442148 h 6553841"/>
              <a:gd name="connsiteX3" fmla="*/ 55075 w 7111381"/>
              <a:gd name="connsiteY3" fmla="*/ 2193494 h 6553841"/>
              <a:gd name="connsiteX4" fmla="*/ 7111381 w 7111381"/>
              <a:gd name="connsiteY4" fmla="*/ 0 h 6553841"/>
              <a:gd name="connsiteX5" fmla="*/ 7082516 w 7111381"/>
              <a:gd name="connsiteY5" fmla="*/ 3419009 h 6553841"/>
              <a:gd name="connsiteX6" fmla="*/ 4950971 w 7111381"/>
              <a:gd name="connsiteY6" fmla="*/ 6553841 h 6553841"/>
              <a:gd name="connsiteX0" fmla="*/ 4963653 w 7124063"/>
              <a:gd name="connsiteY0" fmla="*/ 6553841 h 6553841"/>
              <a:gd name="connsiteX1" fmla="*/ 4190966 w 7124063"/>
              <a:gd name="connsiteY1" fmla="*/ 6544959 h 6553841"/>
              <a:gd name="connsiteX2" fmla="*/ 158791 w 7124063"/>
              <a:gd name="connsiteY2" fmla="*/ 2442148 h 6553841"/>
              <a:gd name="connsiteX3" fmla="*/ 67757 w 7124063"/>
              <a:gd name="connsiteY3" fmla="*/ 2193494 h 6553841"/>
              <a:gd name="connsiteX4" fmla="*/ 7124063 w 7124063"/>
              <a:gd name="connsiteY4" fmla="*/ 0 h 6553841"/>
              <a:gd name="connsiteX5" fmla="*/ 7095198 w 7124063"/>
              <a:gd name="connsiteY5" fmla="*/ 3419009 h 6553841"/>
              <a:gd name="connsiteX6" fmla="*/ 4963653 w 7124063"/>
              <a:gd name="connsiteY6" fmla="*/ 6553841 h 6553841"/>
              <a:gd name="connsiteX0" fmla="*/ 4951680 w 7112090"/>
              <a:gd name="connsiteY0" fmla="*/ 6553841 h 6553841"/>
              <a:gd name="connsiteX1" fmla="*/ 4178993 w 7112090"/>
              <a:gd name="connsiteY1" fmla="*/ 6544959 h 6553841"/>
              <a:gd name="connsiteX2" fmla="*/ 146818 w 7112090"/>
              <a:gd name="connsiteY2" fmla="*/ 2442148 h 6553841"/>
              <a:gd name="connsiteX3" fmla="*/ 78234 w 7112090"/>
              <a:gd name="connsiteY3" fmla="*/ 2187080 h 6553841"/>
              <a:gd name="connsiteX4" fmla="*/ 7112090 w 7112090"/>
              <a:gd name="connsiteY4" fmla="*/ 0 h 6553841"/>
              <a:gd name="connsiteX5" fmla="*/ 7083225 w 7112090"/>
              <a:gd name="connsiteY5" fmla="*/ 3419009 h 6553841"/>
              <a:gd name="connsiteX6" fmla="*/ 4951680 w 7112090"/>
              <a:gd name="connsiteY6" fmla="*/ 6553841 h 6553841"/>
              <a:gd name="connsiteX0" fmla="*/ 4951680 w 7083225"/>
              <a:gd name="connsiteY0" fmla="*/ 6527921 h 6527921"/>
              <a:gd name="connsiteX1" fmla="*/ 4178993 w 7083225"/>
              <a:gd name="connsiteY1" fmla="*/ 6519039 h 6527921"/>
              <a:gd name="connsiteX2" fmla="*/ 146818 w 7083225"/>
              <a:gd name="connsiteY2" fmla="*/ 2416228 h 6527921"/>
              <a:gd name="connsiteX3" fmla="*/ 78234 w 7083225"/>
              <a:gd name="connsiteY3" fmla="*/ 2161160 h 6527921"/>
              <a:gd name="connsiteX4" fmla="*/ 7077534 w 7083225"/>
              <a:gd name="connsiteY4" fmla="*/ 0 h 6527921"/>
              <a:gd name="connsiteX5" fmla="*/ 7083225 w 7083225"/>
              <a:gd name="connsiteY5" fmla="*/ 3393089 h 6527921"/>
              <a:gd name="connsiteX6" fmla="*/ 4951680 w 7083225"/>
              <a:gd name="connsiteY6" fmla="*/ 6527921 h 6527921"/>
              <a:gd name="connsiteX0" fmla="*/ 4996130 w 7083225"/>
              <a:gd name="connsiteY0" fmla="*/ 6521571 h 6521571"/>
              <a:gd name="connsiteX1" fmla="*/ 4178993 w 7083225"/>
              <a:gd name="connsiteY1" fmla="*/ 6519039 h 6521571"/>
              <a:gd name="connsiteX2" fmla="*/ 146818 w 7083225"/>
              <a:gd name="connsiteY2" fmla="*/ 2416228 h 6521571"/>
              <a:gd name="connsiteX3" fmla="*/ 78234 w 7083225"/>
              <a:gd name="connsiteY3" fmla="*/ 2161160 h 6521571"/>
              <a:gd name="connsiteX4" fmla="*/ 7077534 w 7083225"/>
              <a:gd name="connsiteY4" fmla="*/ 0 h 6521571"/>
              <a:gd name="connsiteX5" fmla="*/ 7083225 w 7083225"/>
              <a:gd name="connsiteY5" fmla="*/ 3393089 h 6521571"/>
              <a:gd name="connsiteX6" fmla="*/ 4996130 w 7083225"/>
              <a:gd name="connsiteY6" fmla="*/ 6521571 h 6521571"/>
              <a:gd name="connsiteX0" fmla="*/ 4996130 w 7083225"/>
              <a:gd name="connsiteY0" fmla="*/ 6521571 h 6525389"/>
              <a:gd name="connsiteX1" fmla="*/ 4182168 w 7083225"/>
              <a:gd name="connsiteY1" fmla="*/ 6525389 h 6525389"/>
              <a:gd name="connsiteX2" fmla="*/ 146818 w 7083225"/>
              <a:gd name="connsiteY2" fmla="*/ 2416228 h 6525389"/>
              <a:gd name="connsiteX3" fmla="*/ 78234 w 7083225"/>
              <a:gd name="connsiteY3" fmla="*/ 2161160 h 6525389"/>
              <a:gd name="connsiteX4" fmla="*/ 7077534 w 7083225"/>
              <a:gd name="connsiteY4" fmla="*/ 0 h 6525389"/>
              <a:gd name="connsiteX5" fmla="*/ 7083225 w 7083225"/>
              <a:gd name="connsiteY5" fmla="*/ 3393089 h 6525389"/>
              <a:gd name="connsiteX6" fmla="*/ 4996130 w 7083225"/>
              <a:gd name="connsiteY6" fmla="*/ 6521571 h 6525389"/>
              <a:gd name="connsiteX0" fmla="*/ 4996130 w 7084961"/>
              <a:gd name="connsiteY0" fmla="*/ 6532712 h 6536530"/>
              <a:gd name="connsiteX1" fmla="*/ 4182168 w 7084961"/>
              <a:gd name="connsiteY1" fmla="*/ 6536530 h 6536530"/>
              <a:gd name="connsiteX2" fmla="*/ 146818 w 7084961"/>
              <a:gd name="connsiteY2" fmla="*/ 2427369 h 6536530"/>
              <a:gd name="connsiteX3" fmla="*/ 78234 w 7084961"/>
              <a:gd name="connsiteY3" fmla="*/ 2172301 h 6536530"/>
              <a:gd name="connsiteX4" fmla="*/ 7084961 w 7084961"/>
              <a:gd name="connsiteY4" fmla="*/ 0 h 6536530"/>
              <a:gd name="connsiteX5" fmla="*/ 7083225 w 7084961"/>
              <a:gd name="connsiteY5" fmla="*/ 3404230 h 6536530"/>
              <a:gd name="connsiteX6" fmla="*/ 4996130 w 7084961"/>
              <a:gd name="connsiteY6" fmla="*/ 6532712 h 6536530"/>
              <a:gd name="connsiteX0" fmla="*/ 5013784 w 7084961"/>
              <a:gd name="connsiteY0" fmla="*/ 6536242 h 6536530"/>
              <a:gd name="connsiteX1" fmla="*/ 4182168 w 7084961"/>
              <a:gd name="connsiteY1" fmla="*/ 6536530 h 6536530"/>
              <a:gd name="connsiteX2" fmla="*/ 146818 w 7084961"/>
              <a:gd name="connsiteY2" fmla="*/ 2427369 h 6536530"/>
              <a:gd name="connsiteX3" fmla="*/ 78234 w 7084961"/>
              <a:gd name="connsiteY3" fmla="*/ 2172301 h 6536530"/>
              <a:gd name="connsiteX4" fmla="*/ 7084961 w 7084961"/>
              <a:gd name="connsiteY4" fmla="*/ 0 h 6536530"/>
              <a:gd name="connsiteX5" fmla="*/ 7083225 w 7084961"/>
              <a:gd name="connsiteY5" fmla="*/ 3404230 h 6536530"/>
              <a:gd name="connsiteX6" fmla="*/ 5013784 w 7084961"/>
              <a:gd name="connsiteY6" fmla="*/ 6536242 h 6536530"/>
              <a:gd name="connsiteX0" fmla="*/ 5013784 w 7084961"/>
              <a:gd name="connsiteY0" fmla="*/ 6536242 h 6547121"/>
              <a:gd name="connsiteX1" fmla="*/ 4185699 w 7084961"/>
              <a:gd name="connsiteY1" fmla="*/ 6547121 h 6547121"/>
              <a:gd name="connsiteX2" fmla="*/ 146818 w 7084961"/>
              <a:gd name="connsiteY2" fmla="*/ 2427369 h 6547121"/>
              <a:gd name="connsiteX3" fmla="*/ 78234 w 7084961"/>
              <a:gd name="connsiteY3" fmla="*/ 2172301 h 6547121"/>
              <a:gd name="connsiteX4" fmla="*/ 7084961 w 7084961"/>
              <a:gd name="connsiteY4" fmla="*/ 0 h 6547121"/>
              <a:gd name="connsiteX5" fmla="*/ 7083225 w 7084961"/>
              <a:gd name="connsiteY5" fmla="*/ 3404230 h 6547121"/>
              <a:gd name="connsiteX6" fmla="*/ 5013784 w 7084961"/>
              <a:gd name="connsiteY6" fmla="*/ 6536242 h 6547121"/>
              <a:gd name="connsiteX0" fmla="*/ 5013784 w 7086830"/>
              <a:gd name="connsiteY0" fmla="*/ 6536242 h 6547121"/>
              <a:gd name="connsiteX1" fmla="*/ 4185699 w 7086830"/>
              <a:gd name="connsiteY1" fmla="*/ 6547121 h 6547121"/>
              <a:gd name="connsiteX2" fmla="*/ 146818 w 7086830"/>
              <a:gd name="connsiteY2" fmla="*/ 2427369 h 6547121"/>
              <a:gd name="connsiteX3" fmla="*/ 78234 w 7086830"/>
              <a:gd name="connsiteY3" fmla="*/ 2172301 h 6547121"/>
              <a:gd name="connsiteX4" fmla="*/ 7084961 w 7086830"/>
              <a:gd name="connsiteY4" fmla="*/ 0 h 6547121"/>
              <a:gd name="connsiteX5" fmla="*/ 7086755 w 7086830"/>
              <a:gd name="connsiteY5" fmla="*/ 3425413 h 6547121"/>
              <a:gd name="connsiteX6" fmla="*/ 5013784 w 7086830"/>
              <a:gd name="connsiteY6" fmla="*/ 6536242 h 6547121"/>
              <a:gd name="connsiteX0" fmla="*/ 5013784 w 7099083"/>
              <a:gd name="connsiteY0" fmla="*/ 6543303 h 6554182"/>
              <a:gd name="connsiteX1" fmla="*/ 4185699 w 7099083"/>
              <a:gd name="connsiteY1" fmla="*/ 6554182 h 6554182"/>
              <a:gd name="connsiteX2" fmla="*/ 146818 w 7099083"/>
              <a:gd name="connsiteY2" fmla="*/ 2434430 h 6554182"/>
              <a:gd name="connsiteX3" fmla="*/ 78234 w 7099083"/>
              <a:gd name="connsiteY3" fmla="*/ 2179362 h 6554182"/>
              <a:gd name="connsiteX4" fmla="*/ 7099083 w 7099083"/>
              <a:gd name="connsiteY4" fmla="*/ 0 h 6554182"/>
              <a:gd name="connsiteX5" fmla="*/ 7086755 w 7099083"/>
              <a:gd name="connsiteY5" fmla="*/ 3432474 h 6554182"/>
              <a:gd name="connsiteX6" fmla="*/ 5013784 w 7099083"/>
              <a:gd name="connsiteY6" fmla="*/ 6543303 h 6554182"/>
              <a:gd name="connsiteX0" fmla="*/ 4996305 w 7081604"/>
              <a:gd name="connsiteY0" fmla="*/ 6543303 h 6554182"/>
              <a:gd name="connsiteX1" fmla="*/ 4168220 w 7081604"/>
              <a:gd name="connsiteY1" fmla="*/ 6554182 h 6554182"/>
              <a:gd name="connsiteX2" fmla="*/ 129339 w 7081604"/>
              <a:gd name="connsiteY2" fmla="*/ 2434430 h 6554182"/>
              <a:gd name="connsiteX3" fmla="*/ 98856 w 7081604"/>
              <a:gd name="connsiteY3" fmla="*/ 2169837 h 6554182"/>
              <a:gd name="connsiteX4" fmla="*/ 7081604 w 7081604"/>
              <a:gd name="connsiteY4" fmla="*/ 0 h 6554182"/>
              <a:gd name="connsiteX5" fmla="*/ 7069276 w 7081604"/>
              <a:gd name="connsiteY5" fmla="*/ 3432474 h 6554182"/>
              <a:gd name="connsiteX6" fmla="*/ 4996305 w 7081604"/>
              <a:gd name="connsiteY6" fmla="*/ 6543303 h 6554182"/>
              <a:gd name="connsiteX0" fmla="*/ 4989581 w 7081604"/>
              <a:gd name="connsiteY0" fmla="*/ 6553388 h 6554182"/>
              <a:gd name="connsiteX1" fmla="*/ 4168220 w 7081604"/>
              <a:gd name="connsiteY1" fmla="*/ 6554182 h 6554182"/>
              <a:gd name="connsiteX2" fmla="*/ 129339 w 7081604"/>
              <a:gd name="connsiteY2" fmla="*/ 2434430 h 6554182"/>
              <a:gd name="connsiteX3" fmla="*/ 98856 w 7081604"/>
              <a:gd name="connsiteY3" fmla="*/ 2169837 h 6554182"/>
              <a:gd name="connsiteX4" fmla="*/ 7081604 w 7081604"/>
              <a:gd name="connsiteY4" fmla="*/ 0 h 6554182"/>
              <a:gd name="connsiteX5" fmla="*/ 7069276 w 7081604"/>
              <a:gd name="connsiteY5" fmla="*/ 3432474 h 6554182"/>
              <a:gd name="connsiteX6" fmla="*/ 4989581 w 7081604"/>
              <a:gd name="connsiteY6" fmla="*/ 6553388 h 6554182"/>
              <a:gd name="connsiteX0" fmla="*/ 5006391 w 7081604"/>
              <a:gd name="connsiteY0" fmla="*/ 6556750 h 6556750"/>
              <a:gd name="connsiteX1" fmla="*/ 4168220 w 7081604"/>
              <a:gd name="connsiteY1" fmla="*/ 6554182 h 6556750"/>
              <a:gd name="connsiteX2" fmla="*/ 129339 w 7081604"/>
              <a:gd name="connsiteY2" fmla="*/ 2434430 h 6556750"/>
              <a:gd name="connsiteX3" fmla="*/ 98856 w 7081604"/>
              <a:gd name="connsiteY3" fmla="*/ 2169837 h 6556750"/>
              <a:gd name="connsiteX4" fmla="*/ 7081604 w 7081604"/>
              <a:gd name="connsiteY4" fmla="*/ 0 h 6556750"/>
              <a:gd name="connsiteX5" fmla="*/ 7069276 w 7081604"/>
              <a:gd name="connsiteY5" fmla="*/ 3432474 h 6556750"/>
              <a:gd name="connsiteX6" fmla="*/ 5006391 w 7081604"/>
              <a:gd name="connsiteY6" fmla="*/ 6556750 h 6556750"/>
              <a:gd name="connsiteX0" fmla="*/ 5006391 w 7092829"/>
              <a:gd name="connsiteY0" fmla="*/ 6556750 h 6556750"/>
              <a:gd name="connsiteX1" fmla="*/ 4168220 w 7092829"/>
              <a:gd name="connsiteY1" fmla="*/ 6554182 h 6556750"/>
              <a:gd name="connsiteX2" fmla="*/ 129339 w 7092829"/>
              <a:gd name="connsiteY2" fmla="*/ 2434430 h 6556750"/>
              <a:gd name="connsiteX3" fmla="*/ 98856 w 7092829"/>
              <a:gd name="connsiteY3" fmla="*/ 2169837 h 6556750"/>
              <a:gd name="connsiteX4" fmla="*/ 7081604 w 7092829"/>
              <a:gd name="connsiteY4" fmla="*/ 0 h 6556750"/>
              <a:gd name="connsiteX5" fmla="*/ 7092810 w 7092829"/>
              <a:gd name="connsiteY5" fmla="*/ 3405580 h 6556750"/>
              <a:gd name="connsiteX6" fmla="*/ 5006391 w 7092829"/>
              <a:gd name="connsiteY6" fmla="*/ 6556750 h 6556750"/>
              <a:gd name="connsiteX0" fmla="*/ 5006391 w 7095052"/>
              <a:gd name="connsiteY0" fmla="*/ 6560112 h 6560112"/>
              <a:gd name="connsiteX1" fmla="*/ 4168220 w 7095052"/>
              <a:gd name="connsiteY1" fmla="*/ 6557544 h 6560112"/>
              <a:gd name="connsiteX2" fmla="*/ 129339 w 7095052"/>
              <a:gd name="connsiteY2" fmla="*/ 2437792 h 6560112"/>
              <a:gd name="connsiteX3" fmla="*/ 98856 w 7095052"/>
              <a:gd name="connsiteY3" fmla="*/ 2173199 h 6560112"/>
              <a:gd name="connsiteX4" fmla="*/ 7095052 w 7095052"/>
              <a:gd name="connsiteY4" fmla="*/ 0 h 6560112"/>
              <a:gd name="connsiteX5" fmla="*/ 7092810 w 7095052"/>
              <a:gd name="connsiteY5" fmla="*/ 3408942 h 6560112"/>
              <a:gd name="connsiteX6" fmla="*/ 5006391 w 7095052"/>
              <a:gd name="connsiteY6" fmla="*/ 6560112 h 6560112"/>
              <a:gd name="connsiteX0" fmla="*/ 5006391 w 7095052"/>
              <a:gd name="connsiteY0" fmla="*/ 6560112 h 6560112"/>
              <a:gd name="connsiteX1" fmla="*/ 3149235 w 7095052"/>
              <a:gd name="connsiteY1" fmla="*/ 5693824 h 6560112"/>
              <a:gd name="connsiteX2" fmla="*/ 129339 w 7095052"/>
              <a:gd name="connsiteY2" fmla="*/ 2437792 h 6560112"/>
              <a:gd name="connsiteX3" fmla="*/ 98856 w 7095052"/>
              <a:gd name="connsiteY3" fmla="*/ 2173199 h 6560112"/>
              <a:gd name="connsiteX4" fmla="*/ 7095052 w 7095052"/>
              <a:gd name="connsiteY4" fmla="*/ 0 h 6560112"/>
              <a:gd name="connsiteX5" fmla="*/ 7092810 w 7095052"/>
              <a:gd name="connsiteY5" fmla="*/ 3408942 h 6560112"/>
              <a:gd name="connsiteX6" fmla="*/ 5006391 w 7095052"/>
              <a:gd name="connsiteY6" fmla="*/ 6560112 h 6560112"/>
              <a:gd name="connsiteX0" fmla="*/ 3384712 w 7095052"/>
              <a:gd name="connsiteY0" fmla="*/ 5702607 h 5702607"/>
              <a:gd name="connsiteX1" fmla="*/ 3149235 w 7095052"/>
              <a:gd name="connsiteY1" fmla="*/ 5693824 h 5702607"/>
              <a:gd name="connsiteX2" fmla="*/ 129339 w 7095052"/>
              <a:gd name="connsiteY2" fmla="*/ 2437792 h 5702607"/>
              <a:gd name="connsiteX3" fmla="*/ 98856 w 7095052"/>
              <a:gd name="connsiteY3" fmla="*/ 2173199 h 5702607"/>
              <a:gd name="connsiteX4" fmla="*/ 7095052 w 7095052"/>
              <a:gd name="connsiteY4" fmla="*/ 0 h 5702607"/>
              <a:gd name="connsiteX5" fmla="*/ 7092810 w 7095052"/>
              <a:gd name="connsiteY5" fmla="*/ 3408942 h 5702607"/>
              <a:gd name="connsiteX6" fmla="*/ 3384712 w 7095052"/>
              <a:gd name="connsiteY6" fmla="*/ 5702607 h 5702607"/>
              <a:gd name="connsiteX0" fmla="*/ 3384712 w 7092810"/>
              <a:gd name="connsiteY0" fmla="*/ 5652896 h 5652896"/>
              <a:gd name="connsiteX1" fmla="*/ 3149235 w 7092810"/>
              <a:gd name="connsiteY1" fmla="*/ 5644113 h 5652896"/>
              <a:gd name="connsiteX2" fmla="*/ 129339 w 7092810"/>
              <a:gd name="connsiteY2" fmla="*/ 2388081 h 5652896"/>
              <a:gd name="connsiteX3" fmla="*/ 98856 w 7092810"/>
              <a:gd name="connsiteY3" fmla="*/ 2123488 h 5652896"/>
              <a:gd name="connsiteX4" fmla="*/ 6629053 w 7092810"/>
              <a:gd name="connsiteY4" fmla="*/ 0 h 5652896"/>
              <a:gd name="connsiteX5" fmla="*/ 7092810 w 7092810"/>
              <a:gd name="connsiteY5" fmla="*/ 3359231 h 5652896"/>
              <a:gd name="connsiteX6" fmla="*/ 3384712 w 7092810"/>
              <a:gd name="connsiteY6" fmla="*/ 5652896 h 5652896"/>
              <a:gd name="connsiteX0" fmla="*/ 3384712 w 6629053"/>
              <a:gd name="connsiteY0" fmla="*/ 5652896 h 5652896"/>
              <a:gd name="connsiteX1" fmla="*/ 3149235 w 6629053"/>
              <a:gd name="connsiteY1" fmla="*/ 5644113 h 5652896"/>
              <a:gd name="connsiteX2" fmla="*/ 129339 w 6629053"/>
              <a:gd name="connsiteY2" fmla="*/ 2388081 h 5652896"/>
              <a:gd name="connsiteX3" fmla="*/ 98856 w 6629053"/>
              <a:gd name="connsiteY3" fmla="*/ 2123488 h 5652896"/>
              <a:gd name="connsiteX4" fmla="*/ 6629053 w 6629053"/>
              <a:gd name="connsiteY4" fmla="*/ 0 h 5652896"/>
              <a:gd name="connsiteX5" fmla="*/ 6334785 w 6629053"/>
              <a:gd name="connsiteY5" fmla="*/ 3458652 h 5652896"/>
              <a:gd name="connsiteX6" fmla="*/ 3384712 w 6629053"/>
              <a:gd name="connsiteY6" fmla="*/ 5652896 h 5652896"/>
              <a:gd name="connsiteX0" fmla="*/ 3384712 w 6629053"/>
              <a:gd name="connsiteY0" fmla="*/ 5652896 h 5652896"/>
              <a:gd name="connsiteX1" fmla="*/ 3149235 w 6629053"/>
              <a:gd name="connsiteY1" fmla="*/ 5644113 h 5652896"/>
              <a:gd name="connsiteX2" fmla="*/ 129339 w 6629053"/>
              <a:gd name="connsiteY2" fmla="*/ 2388081 h 5652896"/>
              <a:gd name="connsiteX3" fmla="*/ 98856 w 6629053"/>
              <a:gd name="connsiteY3" fmla="*/ 2123488 h 5652896"/>
              <a:gd name="connsiteX4" fmla="*/ 6629053 w 6629053"/>
              <a:gd name="connsiteY4" fmla="*/ 0 h 5652896"/>
              <a:gd name="connsiteX5" fmla="*/ 6160811 w 6629053"/>
              <a:gd name="connsiteY5" fmla="*/ 3123106 h 5652896"/>
              <a:gd name="connsiteX6" fmla="*/ 3384712 w 6629053"/>
              <a:gd name="connsiteY6" fmla="*/ 5652896 h 5652896"/>
              <a:gd name="connsiteX0" fmla="*/ 3384712 w 6629053"/>
              <a:gd name="connsiteY0" fmla="*/ 5652896 h 5652896"/>
              <a:gd name="connsiteX1" fmla="*/ 3149235 w 6629053"/>
              <a:gd name="connsiteY1" fmla="*/ 5644113 h 5652896"/>
              <a:gd name="connsiteX2" fmla="*/ 129339 w 6629053"/>
              <a:gd name="connsiteY2" fmla="*/ 2388081 h 5652896"/>
              <a:gd name="connsiteX3" fmla="*/ 98856 w 6629053"/>
              <a:gd name="connsiteY3" fmla="*/ 2123488 h 5652896"/>
              <a:gd name="connsiteX4" fmla="*/ 6629053 w 6629053"/>
              <a:gd name="connsiteY4" fmla="*/ 0 h 5652896"/>
              <a:gd name="connsiteX5" fmla="*/ 6378278 w 6629053"/>
              <a:gd name="connsiteY5" fmla="*/ 2060544 h 5652896"/>
              <a:gd name="connsiteX6" fmla="*/ 3384712 w 6629053"/>
              <a:gd name="connsiteY6" fmla="*/ 5652896 h 5652896"/>
              <a:gd name="connsiteX0" fmla="*/ 3384712 w 6629053"/>
              <a:gd name="connsiteY0" fmla="*/ 5652896 h 5652896"/>
              <a:gd name="connsiteX1" fmla="*/ 3149235 w 6629053"/>
              <a:gd name="connsiteY1" fmla="*/ 5644113 h 5652896"/>
              <a:gd name="connsiteX2" fmla="*/ 129339 w 6629053"/>
              <a:gd name="connsiteY2" fmla="*/ 2388081 h 5652896"/>
              <a:gd name="connsiteX3" fmla="*/ 98856 w 6629053"/>
              <a:gd name="connsiteY3" fmla="*/ 2123488 h 5652896"/>
              <a:gd name="connsiteX4" fmla="*/ 6629053 w 6629053"/>
              <a:gd name="connsiteY4" fmla="*/ 0 h 5652896"/>
              <a:gd name="connsiteX5" fmla="*/ 6508758 w 6629053"/>
              <a:gd name="connsiteY5" fmla="*/ 1898985 h 5652896"/>
              <a:gd name="connsiteX6" fmla="*/ 3384712 w 6629053"/>
              <a:gd name="connsiteY6" fmla="*/ 5652896 h 5652896"/>
              <a:gd name="connsiteX0" fmla="*/ 3384712 w 6523426"/>
              <a:gd name="connsiteY0" fmla="*/ 5609400 h 5609400"/>
              <a:gd name="connsiteX1" fmla="*/ 3149235 w 6523426"/>
              <a:gd name="connsiteY1" fmla="*/ 5600617 h 5609400"/>
              <a:gd name="connsiteX2" fmla="*/ 129339 w 6523426"/>
              <a:gd name="connsiteY2" fmla="*/ 2344585 h 5609400"/>
              <a:gd name="connsiteX3" fmla="*/ 98856 w 6523426"/>
              <a:gd name="connsiteY3" fmla="*/ 2079992 h 5609400"/>
              <a:gd name="connsiteX4" fmla="*/ 6523426 w 6523426"/>
              <a:gd name="connsiteY4" fmla="*/ 0 h 5609400"/>
              <a:gd name="connsiteX5" fmla="*/ 6508758 w 6523426"/>
              <a:gd name="connsiteY5" fmla="*/ 1855489 h 5609400"/>
              <a:gd name="connsiteX6" fmla="*/ 3384712 w 6523426"/>
              <a:gd name="connsiteY6" fmla="*/ 5609400 h 5609400"/>
              <a:gd name="connsiteX0" fmla="*/ 3384712 w 6523426"/>
              <a:gd name="connsiteY0" fmla="*/ 5609400 h 5609400"/>
              <a:gd name="connsiteX1" fmla="*/ 3118168 w 6523426"/>
              <a:gd name="connsiteY1" fmla="*/ 5594404 h 5609400"/>
              <a:gd name="connsiteX2" fmla="*/ 129339 w 6523426"/>
              <a:gd name="connsiteY2" fmla="*/ 2344585 h 5609400"/>
              <a:gd name="connsiteX3" fmla="*/ 98856 w 6523426"/>
              <a:gd name="connsiteY3" fmla="*/ 2079992 h 5609400"/>
              <a:gd name="connsiteX4" fmla="*/ 6523426 w 6523426"/>
              <a:gd name="connsiteY4" fmla="*/ 0 h 5609400"/>
              <a:gd name="connsiteX5" fmla="*/ 6508758 w 6523426"/>
              <a:gd name="connsiteY5" fmla="*/ 1855489 h 5609400"/>
              <a:gd name="connsiteX6" fmla="*/ 3384712 w 6523426"/>
              <a:gd name="connsiteY6" fmla="*/ 5609400 h 5609400"/>
              <a:gd name="connsiteX0" fmla="*/ 3384712 w 6523426"/>
              <a:gd name="connsiteY0" fmla="*/ 5609400 h 5609400"/>
              <a:gd name="connsiteX1" fmla="*/ 3118168 w 6523426"/>
              <a:gd name="connsiteY1" fmla="*/ 5594404 h 5609400"/>
              <a:gd name="connsiteX2" fmla="*/ 129339 w 6523426"/>
              <a:gd name="connsiteY2" fmla="*/ 2344585 h 5609400"/>
              <a:gd name="connsiteX3" fmla="*/ 98856 w 6523426"/>
              <a:gd name="connsiteY3" fmla="*/ 2079992 h 5609400"/>
              <a:gd name="connsiteX4" fmla="*/ 6523426 w 6523426"/>
              <a:gd name="connsiteY4" fmla="*/ 0 h 5609400"/>
              <a:gd name="connsiteX5" fmla="*/ 6508758 w 6523426"/>
              <a:gd name="connsiteY5" fmla="*/ 1855489 h 5609400"/>
              <a:gd name="connsiteX6" fmla="*/ 3384712 w 6523426"/>
              <a:gd name="connsiteY6" fmla="*/ 5609400 h 5609400"/>
              <a:gd name="connsiteX0" fmla="*/ 3384712 w 6523426"/>
              <a:gd name="connsiteY0" fmla="*/ 5609400 h 5609400"/>
              <a:gd name="connsiteX1" fmla="*/ 3118168 w 6523426"/>
              <a:gd name="connsiteY1" fmla="*/ 5594404 h 5609400"/>
              <a:gd name="connsiteX2" fmla="*/ 129339 w 6523426"/>
              <a:gd name="connsiteY2" fmla="*/ 2344585 h 5609400"/>
              <a:gd name="connsiteX3" fmla="*/ 98856 w 6523426"/>
              <a:gd name="connsiteY3" fmla="*/ 2079992 h 5609400"/>
              <a:gd name="connsiteX4" fmla="*/ 6523426 w 6523426"/>
              <a:gd name="connsiteY4" fmla="*/ 0 h 5609400"/>
              <a:gd name="connsiteX5" fmla="*/ 5931176 w 6523426"/>
              <a:gd name="connsiteY5" fmla="*/ 2555863 h 5609400"/>
              <a:gd name="connsiteX6" fmla="*/ 3384712 w 6523426"/>
              <a:gd name="connsiteY6" fmla="*/ 5609400 h 5609400"/>
              <a:gd name="connsiteX0" fmla="*/ 3384712 w 5931191"/>
              <a:gd name="connsiteY0" fmla="*/ 5421672 h 5421672"/>
              <a:gd name="connsiteX1" fmla="*/ 3118168 w 5931191"/>
              <a:gd name="connsiteY1" fmla="*/ 5406676 h 5421672"/>
              <a:gd name="connsiteX2" fmla="*/ 129339 w 5931191"/>
              <a:gd name="connsiteY2" fmla="*/ 2156857 h 5421672"/>
              <a:gd name="connsiteX3" fmla="*/ 98856 w 5931191"/>
              <a:gd name="connsiteY3" fmla="*/ 1892264 h 5421672"/>
              <a:gd name="connsiteX4" fmla="*/ 5916965 w 5931191"/>
              <a:gd name="connsiteY4" fmla="*/ 0 h 5421672"/>
              <a:gd name="connsiteX5" fmla="*/ 5931176 w 5931191"/>
              <a:gd name="connsiteY5" fmla="*/ 2368135 h 5421672"/>
              <a:gd name="connsiteX6" fmla="*/ 3384712 w 5931191"/>
              <a:gd name="connsiteY6" fmla="*/ 5421672 h 5421672"/>
              <a:gd name="connsiteX0" fmla="*/ 3384712 w 5931205"/>
              <a:gd name="connsiteY0" fmla="*/ 5421672 h 5421672"/>
              <a:gd name="connsiteX1" fmla="*/ 3118168 w 5931205"/>
              <a:gd name="connsiteY1" fmla="*/ 5406676 h 5421672"/>
              <a:gd name="connsiteX2" fmla="*/ 129339 w 5931205"/>
              <a:gd name="connsiteY2" fmla="*/ 2156857 h 5421672"/>
              <a:gd name="connsiteX3" fmla="*/ 98856 w 5931205"/>
              <a:gd name="connsiteY3" fmla="*/ 1892264 h 5421672"/>
              <a:gd name="connsiteX4" fmla="*/ 5916965 w 5931205"/>
              <a:gd name="connsiteY4" fmla="*/ 0 h 5421672"/>
              <a:gd name="connsiteX5" fmla="*/ 5931176 w 5931205"/>
              <a:gd name="connsiteY5" fmla="*/ 2368135 h 5421672"/>
              <a:gd name="connsiteX6" fmla="*/ 3384712 w 5931205"/>
              <a:gd name="connsiteY6" fmla="*/ 5421672 h 5421672"/>
              <a:gd name="connsiteX0" fmla="*/ 3384712 w 5931205"/>
              <a:gd name="connsiteY0" fmla="*/ 5421672 h 5427214"/>
              <a:gd name="connsiteX1" fmla="*/ 3130492 w 5931205"/>
              <a:gd name="connsiteY1" fmla="*/ 5427214 h 5427214"/>
              <a:gd name="connsiteX2" fmla="*/ 129339 w 5931205"/>
              <a:gd name="connsiteY2" fmla="*/ 2156857 h 5427214"/>
              <a:gd name="connsiteX3" fmla="*/ 98856 w 5931205"/>
              <a:gd name="connsiteY3" fmla="*/ 1892264 h 5427214"/>
              <a:gd name="connsiteX4" fmla="*/ 5916965 w 5931205"/>
              <a:gd name="connsiteY4" fmla="*/ 0 h 5427214"/>
              <a:gd name="connsiteX5" fmla="*/ 5931176 w 5931205"/>
              <a:gd name="connsiteY5" fmla="*/ 2368135 h 5427214"/>
              <a:gd name="connsiteX6" fmla="*/ 3384712 w 5931205"/>
              <a:gd name="connsiteY6" fmla="*/ 5421672 h 5427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931205" h="5427214">
                <a:moveTo>
                  <a:pt x="3384712" y="5421672"/>
                </a:moveTo>
                <a:lnTo>
                  <a:pt x="3130492" y="5427214"/>
                </a:lnTo>
                <a:cubicBezTo>
                  <a:pt x="1809052" y="4010467"/>
                  <a:pt x="1475633" y="3530108"/>
                  <a:pt x="129339" y="2156857"/>
                </a:cubicBezTo>
                <a:cubicBezTo>
                  <a:pt x="-87432" y="1945812"/>
                  <a:pt x="15569" y="1932016"/>
                  <a:pt x="98856" y="1892264"/>
                </a:cubicBezTo>
                <a:lnTo>
                  <a:pt x="5916965" y="0"/>
                </a:lnTo>
                <a:cubicBezTo>
                  <a:pt x="5923606" y="1091421"/>
                  <a:pt x="5931755" y="1233392"/>
                  <a:pt x="5931176" y="2368135"/>
                </a:cubicBezTo>
                <a:lnTo>
                  <a:pt x="3384712" y="5421672"/>
                </a:lnTo>
                <a:close/>
              </a:path>
            </a:pathLst>
          </a:custGeom>
          <a:blipFill dpi="0" rotWithShape="1"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en-US" dirty="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C4720876-3CA7-744D-A10D-DA2A0D62BA9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60000" y="360000"/>
            <a:ext cx="1828800" cy="66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59338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11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IA_SectionRed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CAF6B96-A12F-1945-8D91-2097D3B334A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4CDD162A-821F-1945-842E-1D5AE800FFF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b="65181"/>
          <a:stretch/>
        </p:blipFill>
        <p:spPr>
          <a:xfrm>
            <a:off x="0" y="2176042"/>
            <a:ext cx="12192000" cy="4698000"/>
          </a:xfrm>
          <a:prstGeom prst="rect">
            <a:avLst/>
          </a:prstGeom>
        </p:spPr>
      </p:pic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D298D650-E8F3-4545-ABF5-903E2FF5D01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9999" y="1980000"/>
            <a:ext cx="5040000" cy="1800000"/>
          </a:xfrm>
          <a:prstGeom prst="rect">
            <a:avLst/>
          </a:prstGeom>
          <a:noFill/>
        </p:spPr>
        <p:txBody>
          <a:bodyPr anchor="ctr">
            <a:noAutofit/>
          </a:bodyPr>
          <a:lstStyle>
            <a:lvl1pPr>
              <a:lnSpc>
                <a:spcPct val="80000"/>
              </a:lnSpc>
              <a:defRPr sz="48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Section </a:t>
            </a:r>
            <a:br>
              <a:rPr lang="en-US" dirty="0"/>
            </a:br>
            <a:r>
              <a:rPr lang="en-US" dirty="0"/>
              <a:t>header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28E0E0F3-5DCB-3A49-8070-D9496897D82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0000" y="360000"/>
            <a:ext cx="1828800" cy="66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10601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IA_subhea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4237200" y="1800000"/>
            <a:ext cx="3607200" cy="4256262"/>
          </a:xfrm>
          <a:prstGeom prst="rect">
            <a:avLst/>
          </a:prstGeom>
        </p:spPr>
        <p:txBody>
          <a:bodyPr vert="horz">
            <a:noAutofit/>
          </a:bodyPr>
          <a:lstStyle>
            <a:lvl1pPr algn="l">
              <a:lnSpc>
                <a:spcPct val="100000"/>
              </a:lnSpc>
              <a:defRPr sz="1600">
                <a:solidFill>
                  <a:schemeClr val="tx1"/>
                </a:solidFill>
              </a:defRPr>
            </a:lvl1pPr>
            <a:lvl2pPr algn="l">
              <a:defRPr sz="2000">
                <a:solidFill>
                  <a:schemeClr val="accent2"/>
                </a:solidFill>
              </a:defRPr>
            </a:lvl2pPr>
            <a:lvl3pPr algn="l">
              <a:defRPr sz="2000">
                <a:solidFill>
                  <a:schemeClr val="accent2"/>
                </a:solidFill>
              </a:defRPr>
            </a:lvl3pPr>
            <a:lvl4pPr algn="l">
              <a:defRPr sz="2000">
                <a:solidFill>
                  <a:schemeClr val="accent2"/>
                </a:solidFill>
              </a:defRPr>
            </a:lvl4pPr>
            <a:lvl5pPr algn="l">
              <a:defRPr sz="2000"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dirty="0" err="1"/>
              <a:t>Bodycopy</a:t>
            </a:r>
            <a:r>
              <a:rPr lang="en-GB" dirty="0"/>
              <a:t> in here</a:t>
            </a:r>
            <a:endParaRPr lang="en-US" dirty="0"/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16" hasCustomPrompt="1"/>
          </p:nvPr>
        </p:nvSpPr>
        <p:spPr>
          <a:xfrm>
            <a:off x="360000" y="1800000"/>
            <a:ext cx="3600000" cy="4256262"/>
          </a:xfrm>
          <a:prstGeom prst="rect">
            <a:avLst/>
          </a:prstGeom>
        </p:spPr>
        <p:txBody>
          <a:bodyPr vert="horz">
            <a:noAutofit/>
          </a:bodyPr>
          <a:lstStyle>
            <a:lvl1pPr algn="l">
              <a:lnSpc>
                <a:spcPct val="100000"/>
              </a:lnSpc>
              <a:defRPr sz="1600">
                <a:solidFill>
                  <a:schemeClr val="tx1"/>
                </a:solidFill>
              </a:defRPr>
            </a:lvl1pPr>
            <a:lvl2pPr algn="l">
              <a:defRPr sz="2000">
                <a:solidFill>
                  <a:schemeClr val="accent2"/>
                </a:solidFill>
              </a:defRPr>
            </a:lvl2pPr>
            <a:lvl3pPr algn="l">
              <a:defRPr sz="2000">
                <a:solidFill>
                  <a:schemeClr val="accent2"/>
                </a:solidFill>
              </a:defRPr>
            </a:lvl3pPr>
            <a:lvl4pPr algn="l">
              <a:defRPr sz="2000">
                <a:solidFill>
                  <a:schemeClr val="accent2"/>
                </a:solidFill>
              </a:defRPr>
            </a:lvl4pPr>
            <a:lvl5pPr algn="l">
              <a:defRPr sz="2000">
                <a:solidFill>
                  <a:schemeClr val="accent2"/>
                </a:solidFill>
              </a:defRPr>
            </a:lvl5pPr>
          </a:lstStyle>
          <a:p>
            <a:pPr lvl="0"/>
            <a:r>
              <a:rPr lang="en-GB" dirty="0" err="1"/>
              <a:t>Bodycopy</a:t>
            </a:r>
            <a:r>
              <a:rPr lang="en-GB" dirty="0"/>
              <a:t> in here</a:t>
            </a:r>
            <a:endParaRPr lang="en-US" dirty="0"/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C4B34AF1-3AD0-DE4E-91C8-39A92B56658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000" y="540000"/>
            <a:ext cx="11160000" cy="1338676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lnSpc>
                <a:spcPts val="3200"/>
              </a:lnSpc>
              <a:defRPr sz="3600">
                <a:solidFill>
                  <a:srgbClr val="333D47"/>
                </a:solidFill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Headline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3E493E1F-F28C-FD47-B996-3EBF17D328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59999" y="6264872"/>
            <a:ext cx="360000" cy="36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8A41853-EF22-D446-BDBC-A7CF3FE93503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C2BBEFAE-7438-F548-BFC6-9CD53B767E2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60000" y="5792400"/>
            <a:ext cx="635000" cy="66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45141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sv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3.png"/><Relationship Id="rId12" Type="http://schemas.openxmlformats.org/officeDocument/2006/relationships/image" Target="../media/image8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11" Type="http://schemas.openxmlformats.org/officeDocument/2006/relationships/image" Target="../media/image7.png"/><Relationship Id="rId5" Type="http://schemas.openxmlformats.org/officeDocument/2006/relationships/image" Target="../media/image1.png"/><Relationship Id="rId10" Type="http://schemas.openxmlformats.org/officeDocument/2006/relationships/image" Target="../media/image6.svg"/><Relationship Id="rId4" Type="http://schemas.openxmlformats.org/officeDocument/2006/relationships/theme" Target="../theme/theme1.xml"/><Relationship Id="rId9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76106E65-026A-4C46-AFB0-85C3E7848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540000"/>
            <a:ext cx="11472000" cy="102128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 dirty="0"/>
              <a:t>Click to edit master style</a:t>
            </a:r>
            <a:endParaRPr lang="en-US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5707E24A-2FF5-4246-BEF6-082A611180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0000" y="1800000"/>
            <a:ext cx="11472000" cy="336418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D7F45575-B773-1649-9EFE-1C08EEFD46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59999" y="6264872"/>
            <a:ext cx="360000" cy="36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8A41853-EF22-D446-BDBC-A7CF3FE9350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4FEDD73-913A-A14E-9158-0586EE3B58B5}"/>
              </a:ext>
            </a:extLst>
          </p:cNvPr>
          <p:cNvSpPr txBox="1"/>
          <p:nvPr userDrawn="1"/>
        </p:nvSpPr>
        <p:spPr>
          <a:xfrm>
            <a:off x="720000" y="6336000"/>
            <a:ext cx="5400000" cy="216000"/>
          </a:xfrm>
          <a:prstGeom prst="rect">
            <a:avLst/>
          </a:prstGeom>
          <a:noFill/>
        </p:spPr>
        <p:txBody>
          <a:bodyPr wrap="square" lIns="90000" rtlCol="0" anchor="ctr" anchorCtr="0">
            <a:noAutofit/>
          </a:bodyPr>
          <a:lstStyle/>
          <a:p>
            <a:r>
              <a:rPr lang="en-GB" sz="800" b="0" i="0" dirty="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AIA confidential and proprietary information. Not for distribution. </a:t>
            </a:r>
            <a:endParaRPr lang="en-US" sz="800" b="0" i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Rectangle 9">
            <a:extLst>
              <a:ext uri="{FF2B5EF4-FFF2-40B4-BE49-F238E27FC236}">
                <a16:creationId xmlns:a16="http://schemas.microsoft.com/office/drawing/2014/main" id="{E0203ACC-1921-3649-A2D8-9E4ECC5D23B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2626840" y="1353662"/>
            <a:ext cx="1844675" cy="801569"/>
          </a:xfrm>
          <a:prstGeom prst="rect">
            <a:avLst/>
          </a:prstGeom>
          <a:solidFill>
            <a:srgbClr val="333D47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CHARCOAL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R51 G61 B71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Rectangle 7">
            <a:extLst>
              <a:ext uri="{FF2B5EF4-FFF2-40B4-BE49-F238E27FC236}">
                <a16:creationId xmlns:a16="http://schemas.microsoft.com/office/drawing/2014/main" id="{3EE7A4A7-B933-B24E-AC2D-C118217EFEB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2614697" y="407231"/>
            <a:ext cx="1821348" cy="806397"/>
          </a:xfrm>
          <a:prstGeom prst="rect">
            <a:avLst/>
          </a:prstGeom>
          <a:solidFill>
            <a:srgbClr val="D31145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RED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R211 G17 B69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57F8F61-AACF-4D43-A48E-73FD89E9FAC0}"/>
              </a:ext>
            </a:extLst>
          </p:cNvPr>
          <p:cNvSpPr txBox="1"/>
          <p:nvPr userDrawn="1"/>
        </p:nvSpPr>
        <p:spPr>
          <a:xfrm>
            <a:off x="-2942426" y="376236"/>
            <a:ext cx="259484" cy="1937287"/>
          </a:xfrm>
          <a:prstGeom prst="rect">
            <a:avLst/>
          </a:prstGeom>
          <a:noFill/>
        </p:spPr>
        <p:txBody>
          <a:bodyPr vert="vert270" wrap="square" lIns="0" tIns="0" rIns="0" bIns="0" rtlCol="0">
            <a:noAutofit/>
          </a:bodyPr>
          <a:lstStyle/>
          <a:p>
            <a:pPr algn="r">
              <a:lnSpc>
                <a:spcPct val="80000"/>
              </a:lnSpc>
            </a:pPr>
            <a:r>
              <a:rPr lang="en-US" b="1" i="0" dirty="0">
                <a:solidFill>
                  <a:srgbClr val="58585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CORE COLOURS</a:t>
            </a:r>
          </a:p>
        </p:txBody>
      </p:sp>
      <p:sp>
        <p:nvSpPr>
          <p:cNvPr id="67" name="Rectangle 9">
            <a:extLst>
              <a:ext uri="{FF2B5EF4-FFF2-40B4-BE49-F238E27FC236}">
                <a16:creationId xmlns:a16="http://schemas.microsoft.com/office/drawing/2014/main" id="{6E16C6D7-5D67-3F48-9BAD-5211CB2770D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4617303" y="5798524"/>
            <a:ext cx="1487670" cy="646439"/>
          </a:xfrm>
          <a:prstGeom prst="rect">
            <a:avLst/>
          </a:prstGeom>
          <a:solidFill>
            <a:schemeClr val="bg2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WARM GREY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R211 G202 B195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8" name="Rectangle 9">
            <a:extLst>
              <a:ext uri="{FF2B5EF4-FFF2-40B4-BE49-F238E27FC236}">
                <a16:creationId xmlns:a16="http://schemas.microsoft.com/office/drawing/2014/main" id="{30414EC1-704C-FF47-9611-AD4C8B879B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4611596" y="1877530"/>
            <a:ext cx="1487670" cy="646439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 ORANGE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R255 G117 B77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6EDC2E1-B0F0-2B4D-8CFB-F684F18144D9}"/>
              </a:ext>
            </a:extLst>
          </p:cNvPr>
          <p:cNvSpPr txBox="1"/>
          <p:nvPr userDrawn="1"/>
        </p:nvSpPr>
        <p:spPr>
          <a:xfrm>
            <a:off x="-4910208" y="379515"/>
            <a:ext cx="314328" cy="3271299"/>
          </a:xfrm>
          <a:prstGeom prst="rect">
            <a:avLst/>
          </a:prstGeom>
          <a:noFill/>
        </p:spPr>
        <p:txBody>
          <a:bodyPr vert="vert270" wrap="square" lIns="0" tIns="0" rIns="0" bIns="0" rtlCol="0">
            <a:noAutofit/>
          </a:bodyPr>
          <a:lstStyle/>
          <a:p>
            <a:pPr algn="r">
              <a:lnSpc>
                <a:spcPct val="80000"/>
              </a:lnSpc>
            </a:pPr>
            <a:r>
              <a:rPr lang="en-US" b="1" i="0" dirty="0">
                <a:solidFill>
                  <a:srgbClr val="58585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SUPPORTING COLOURS</a:t>
            </a:r>
          </a:p>
        </p:txBody>
      </p:sp>
      <p:sp>
        <p:nvSpPr>
          <p:cNvPr id="70" name="Rectangle 9">
            <a:extLst>
              <a:ext uri="{FF2B5EF4-FFF2-40B4-BE49-F238E27FC236}">
                <a16:creationId xmlns:a16="http://schemas.microsoft.com/office/drawing/2014/main" id="{32D26DB1-D22B-0146-BEE0-26A6F123477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4611596" y="2663784"/>
            <a:ext cx="1487670" cy="646439"/>
          </a:xfrm>
          <a:prstGeom prst="rect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YELLOW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R247 G201 B38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1" name="Rectangle 9">
            <a:extLst>
              <a:ext uri="{FF2B5EF4-FFF2-40B4-BE49-F238E27FC236}">
                <a16:creationId xmlns:a16="http://schemas.microsoft.com/office/drawing/2014/main" id="{38917B89-6ECF-F74A-9BA2-E9FCB7C72DD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4611596" y="4266004"/>
            <a:ext cx="1487670" cy="646439"/>
          </a:xfrm>
          <a:prstGeom prst="rect">
            <a:avLst/>
          </a:prstGeom>
          <a:solidFill>
            <a:schemeClr val="accent5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LAVENDER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R161 G153 B186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2" name="Rectangle 9">
            <a:extLst>
              <a:ext uri="{FF2B5EF4-FFF2-40B4-BE49-F238E27FC236}">
                <a16:creationId xmlns:a16="http://schemas.microsoft.com/office/drawing/2014/main" id="{A835CB3C-C322-B743-8984-3B3E27A039B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4611596" y="5052258"/>
            <a:ext cx="1487670" cy="646439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BLUE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R31 G120 B173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3" name="Rectangle 9">
            <a:extLst>
              <a:ext uri="{FF2B5EF4-FFF2-40B4-BE49-F238E27FC236}">
                <a16:creationId xmlns:a16="http://schemas.microsoft.com/office/drawing/2014/main" id="{0EB3A011-77AD-EE4C-BB9E-688A1F0E49B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4611596" y="1125046"/>
            <a:ext cx="1487670" cy="646439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CERISE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R186 G3 B97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4" name="Rectangle 9">
            <a:extLst>
              <a:ext uri="{FF2B5EF4-FFF2-40B4-BE49-F238E27FC236}">
                <a16:creationId xmlns:a16="http://schemas.microsoft.com/office/drawing/2014/main" id="{402466E5-EFAB-0E4A-B977-56C6D30093B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4611596" y="3449154"/>
            <a:ext cx="1487670" cy="646439"/>
          </a:xfrm>
          <a:prstGeom prst="rect">
            <a:avLst/>
          </a:prstGeom>
          <a:solidFill>
            <a:schemeClr val="accent6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PURPLE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R76 G71 B148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5" name="Rectangle 9">
            <a:extLst>
              <a:ext uri="{FF2B5EF4-FFF2-40B4-BE49-F238E27FC236}">
                <a16:creationId xmlns:a16="http://schemas.microsoft.com/office/drawing/2014/main" id="{F469A4F2-3792-2E49-8B38-6AFC6381270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-4611596" y="373206"/>
            <a:ext cx="1487670" cy="646439"/>
          </a:xfrm>
          <a:prstGeom prst="rect">
            <a:avLst/>
          </a:prstGeom>
          <a:solidFill>
            <a:srgbClr val="FF7A85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SALMON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R255 G122 B133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A0DFD5F1-7ED6-7A4F-A85D-AC9239B9A9E4}"/>
              </a:ext>
            </a:extLst>
          </p:cNvPr>
          <p:cNvGrpSpPr/>
          <p:nvPr userDrawn="1"/>
        </p:nvGrpSpPr>
        <p:grpSpPr>
          <a:xfrm>
            <a:off x="-4617304" y="796253"/>
            <a:ext cx="1494303" cy="224029"/>
            <a:chOff x="5716131" y="796253"/>
            <a:chExt cx="995522" cy="224029"/>
          </a:xfrm>
        </p:grpSpPr>
        <p:sp>
          <p:nvSpPr>
            <p:cNvPr id="77" name="Rectangle 19">
              <a:extLst>
                <a:ext uri="{FF2B5EF4-FFF2-40B4-BE49-F238E27FC236}">
                  <a16:creationId xmlns:a16="http://schemas.microsoft.com/office/drawing/2014/main" id="{69707F44-6BC5-024E-87D0-3237CAF966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78" name="Rectangle 20">
              <a:extLst>
                <a:ext uri="{FF2B5EF4-FFF2-40B4-BE49-F238E27FC236}">
                  <a16:creationId xmlns:a16="http://schemas.microsoft.com/office/drawing/2014/main" id="{D0D916EB-9F54-2F4B-BDD0-F877343549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7E6BDFF9-62CE-8349-B945-5E4093758751}"/>
              </a:ext>
            </a:extLst>
          </p:cNvPr>
          <p:cNvGrpSpPr/>
          <p:nvPr userDrawn="1"/>
        </p:nvGrpSpPr>
        <p:grpSpPr>
          <a:xfrm>
            <a:off x="-2626840" y="1878230"/>
            <a:ext cx="1844675" cy="277791"/>
            <a:chOff x="2606261" y="3143449"/>
            <a:chExt cx="2458017" cy="277791"/>
          </a:xfrm>
        </p:grpSpPr>
        <p:sp>
          <p:nvSpPr>
            <p:cNvPr id="80" name="Rectangle 19">
              <a:extLst>
                <a:ext uri="{FF2B5EF4-FFF2-40B4-BE49-F238E27FC236}">
                  <a16:creationId xmlns:a16="http://schemas.microsoft.com/office/drawing/2014/main" id="{914B8044-F95A-A74A-BC30-F3A5C9B45B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11379" y="3143449"/>
              <a:ext cx="615945" cy="277791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0%</a:t>
              </a:r>
            </a:p>
          </p:txBody>
        </p:sp>
        <p:sp>
          <p:nvSpPr>
            <p:cNvPr id="81" name="Rectangle 20">
              <a:extLst>
                <a:ext uri="{FF2B5EF4-FFF2-40B4-BE49-F238E27FC236}">
                  <a16:creationId xmlns:a16="http://schemas.microsoft.com/office/drawing/2014/main" id="{DCFFAD6D-DAE4-824F-BF41-EE5D858299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29856" y="3143449"/>
              <a:ext cx="615945" cy="277791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6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0%</a:t>
              </a:r>
            </a:p>
          </p:txBody>
        </p:sp>
        <p:sp>
          <p:nvSpPr>
            <p:cNvPr id="82" name="Rectangle 22">
              <a:extLst>
                <a:ext uri="{FF2B5EF4-FFF2-40B4-BE49-F238E27FC236}">
                  <a16:creationId xmlns:a16="http://schemas.microsoft.com/office/drawing/2014/main" id="{B42DD97E-811A-2B47-918D-7C0F001104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33" y="3143449"/>
              <a:ext cx="615945" cy="277791"/>
            </a:xfrm>
            <a:prstGeom prst="rect">
              <a:avLst/>
            </a:prstGeom>
            <a:solidFill>
              <a:schemeClr val="bg1">
                <a:alpha val="8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80%</a:t>
              </a:r>
            </a:p>
          </p:txBody>
        </p:sp>
        <p:sp>
          <p:nvSpPr>
            <p:cNvPr id="83" name="Rectangle 19">
              <a:extLst>
                <a:ext uri="{FF2B5EF4-FFF2-40B4-BE49-F238E27FC236}">
                  <a16:creationId xmlns:a16="http://schemas.microsoft.com/office/drawing/2014/main" id="{3D37BE17-9C0A-E749-A606-9BC8E7CE3C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06261" y="3143449"/>
              <a:ext cx="615945" cy="277791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20%</a:t>
              </a:r>
            </a:p>
          </p:txBody>
        </p:sp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029FDAA7-EDA4-E344-BCAC-7F6CCDECD451}"/>
              </a:ext>
            </a:extLst>
          </p:cNvPr>
          <p:cNvGrpSpPr/>
          <p:nvPr userDrawn="1"/>
        </p:nvGrpSpPr>
        <p:grpSpPr>
          <a:xfrm>
            <a:off x="-2626840" y="957107"/>
            <a:ext cx="1844675" cy="277791"/>
            <a:chOff x="2606261" y="3143449"/>
            <a:chExt cx="2458017" cy="277791"/>
          </a:xfrm>
        </p:grpSpPr>
        <p:sp>
          <p:nvSpPr>
            <p:cNvPr id="85" name="Rectangle 19">
              <a:extLst>
                <a:ext uri="{FF2B5EF4-FFF2-40B4-BE49-F238E27FC236}">
                  <a16:creationId xmlns:a16="http://schemas.microsoft.com/office/drawing/2014/main" id="{322E5F21-86AC-9847-9EAE-BB1715E938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11379" y="3143449"/>
              <a:ext cx="615945" cy="277791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0%</a:t>
              </a:r>
            </a:p>
          </p:txBody>
        </p:sp>
        <p:sp>
          <p:nvSpPr>
            <p:cNvPr id="86" name="Rectangle 20">
              <a:extLst>
                <a:ext uri="{FF2B5EF4-FFF2-40B4-BE49-F238E27FC236}">
                  <a16:creationId xmlns:a16="http://schemas.microsoft.com/office/drawing/2014/main" id="{6F019A4D-1606-E749-A834-546B40C5FC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29856" y="3143449"/>
              <a:ext cx="615945" cy="277791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6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0%</a:t>
              </a:r>
            </a:p>
          </p:txBody>
        </p:sp>
        <p:sp>
          <p:nvSpPr>
            <p:cNvPr id="87" name="Rectangle 22">
              <a:extLst>
                <a:ext uri="{FF2B5EF4-FFF2-40B4-BE49-F238E27FC236}">
                  <a16:creationId xmlns:a16="http://schemas.microsoft.com/office/drawing/2014/main" id="{7308B2FC-69DD-954E-8980-2EC3AA1D75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33" y="3143449"/>
              <a:ext cx="615945" cy="277791"/>
            </a:xfrm>
            <a:prstGeom prst="rect">
              <a:avLst/>
            </a:prstGeom>
            <a:solidFill>
              <a:schemeClr val="bg1">
                <a:alpha val="8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80%</a:t>
              </a:r>
            </a:p>
          </p:txBody>
        </p:sp>
        <p:sp>
          <p:nvSpPr>
            <p:cNvPr id="88" name="Rectangle 19">
              <a:extLst>
                <a:ext uri="{FF2B5EF4-FFF2-40B4-BE49-F238E27FC236}">
                  <a16:creationId xmlns:a16="http://schemas.microsoft.com/office/drawing/2014/main" id="{74AC479E-3F57-E644-A3C7-97D4AB45AD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06261" y="3143449"/>
              <a:ext cx="615945" cy="277791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20%</a:t>
              </a:r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EE533266-6387-9B46-8624-65A0D9D79FF0}"/>
              </a:ext>
            </a:extLst>
          </p:cNvPr>
          <p:cNvGrpSpPr/>
          <p:nvPr userDrawn="1"/>
        </p:nvGrpSpPr>
        <p:grpSpPr>
          <a:xfrm>
            <a:off x="-4617304" y="1549288"/>
            <a:ext cx="1494303" cy="224029"/>
            <a:chOff x="5716131" y="796253"/>
            <a:chExt cx="995522" cy="224029"/>
          </a:xfrm>
        </p:grpSpPr>
        <p:sp>
          <p:nvSpPr>
            <p:cNvPr id="90" name="Rectangle 19">
              <a:extLst>
                <a:ext uri="{FF2B5EF4-FFF2-40B4-BE49-F238E27FC236}">
                  <a16:creationId xmlns:a16="http://schemas.microsoft.com/office/drawing/2014/main" id="{BB7C84DB-7787-A44D-865E-1BD05831D9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91" name="Rectangle 20">
              <a:extLst>
                <a:ext uri="{FF2B5EF4-FFF2-40B4-BE49-F238E27FC236}">
                  <a16:creationId xmlns:a16="http://schemas.microsoft.com/office/drawing/2014/main" id="{9A96F96C-40C9-8D49-A8DD-AB3B11C9C2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DA26BA09-7293-5840-8B41-BA669E1DA42E}"/>
              </a:ext>
            </a:extLst>
          </p:cNvPr>
          <p:cNvGrpSpPr/>
          <p:nvPr userDrawn="1"/>
        </p:nvGrpSpPr>
        <p:grpSpPr>
          <a:xfrm>
            <a:off x="-4617304" y="2295599"/>
            <a:ext cx="1494303" cy="224029"/>
            <a:chOff x="5716131" y="796253"/>
            <a:chExt cx="995522" cy="224029"/>
          </a:xfrm>
        </p:grpSpPr>
        <p:sp>
          <p:nvSpPr>
            <p:cNvPr id="93" name="Rectangle 19">
              <a:extLst>
                <a:ext uri="{FF2B5EF4-FFF2-40B4-BE49-F238E27FC236}">
                  <a16:creationId xmlns:a16="http://schemas.microsoft.com/office/drawing/2014/main" id="{07DA5FAE-B117-1349-8D4B-5D7FCC8142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94" name="Rectangle 20">
              <a:extLst>
                <a:ext uri="{FF2B5EF4-FFF2-40B4-BE49-F238E27FC236}">
                  <a16:creationId xmlns:a16="http://schemas.microsoft.com/office/drawing/2014/main" id="{F8E4D5C8-28FE-3740-934F-B88CFC79C3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BE60DD88-FE73-4A4E-83B0-C27EC4180A40}"/>
              </a:ext>
            </a:extLst>
          </p:cNvPr>
          <p:cNvGrpSpPr/>
          <p:nvPr userDrawn="1"/>
        </p:nvGrpSpPr>
        <p:grpSpPr>
          <a:xfrm>
            <a:off x="-4617304" y="3088976"/>
            <a:ext cx="1494303" cy="224029"/>
            <a:chOff x="5716131" y="796253"/>
            <a:chExt cx="995522" cy="224029"/>
          </a:xfrm>
        </p:grpSpPr>
        <p:sp>
          <p:nvSpPr>
            <p:cNvPr id="96" name="Rectangle 19">
              <a:extLst>
                <a:ext uri="{FF2B5EF4-FFF2-40B4-BE49-F238E27FC236}">
                  <a16:creationId xmlns:a16="http://schemas.microsoft.com/office/drawing/2014/main" id="{F65AC04E-77DF-3D4F-ABC4-331908CD16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97" name="Rectangle 20">
              <a:extLst>
                <a:ext uri="{FF2B5EF4-FFF2-40B4-BE49-F238E27FC236}">
                  <a16:creationId xmlns:a16="http://schemas.microsoft.com/office/drawing/2014/main" id="{3A43A58E-FE1C-F241-9FCD-27CDB423B5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85EC0C6B-BF0B-E84D-94EC-435A104A61F7}"/>
              </a:ext>
            </a:extLst>
          </p:cNvPr>
          <p:cNvGrpSpPr/>
          <p:nvPr userDrawn="1"/>
        </p:nvGrpSpPr>
        <p:grpSpPr>
          <a:xfrm>
            <a:off x="-4617304" y="3875629"/>
            <a:ext cx="1494303" cy="224029"/>
            <a:chOff x="5716131" y="796253"/>
            <a:chExt cx="995522" cy="224029"/>
          </a:xfrm>
        </p:grpSpPr>
        <p:sp>
          <p:nvSpPr>
            <p:cNvPr id="99" name="Rectangle 19">
              <a:extLst>
                <a:ext uri="{FF2B5EF4-FFF2-40B4-BE49-F238E27FC236}">
                  <a16:creationId xmlns:a16="http://schemas.microsoft.com/office/drawing/2014/main" id="{E7176F59-7B72-9148-B6EC-3D9A485B69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100" name="Rectangle 20">
              <a:extLst>
                <a:ext uri="{FF2B5EF4-FFF2-40B4-BE49-F238E27FC236}">
                  <a16:creationId xmlns:a16="http://schemas.microsoft.com/office/drawing/2014/main" id="{2C7F8097-BD91-F644-9F8C-937FCE32DC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1E38DB8D-4AE7-FB41-966F-59657509D300}"/>
              </a:ext>
            </a:extLst>
          </p:cNvPr>
          <p:cNvGrpSpPr/>
          <p:nvPr userDrawn="1"/>
        </p:nvGrpSpPr>
        <p:grpSpPr>
          <a:xfrm>
            <a:off x="-4617304" y="4695900"/>
            <a:ext cx="1494303" cy="224029"/>
            <a:chOff x="5716131" y="796253"/>
            <a:chExt cx="995522" cy="224029"/>
          </a:xfrm>
        </p:grpSpPr>
        <p:sp>
          <p:nvSpPr>
            <p:cNvPr id="102" name="Rectangle 19">
              <a:extLst>
                <a:ext uri="{FF2B5EF4-FFF2-40B4-BE49-F238E27FC236}">
                  <a16:creationId xmlns:a16="http://schemas.microsoft.com/office/drawing/2014/main" id="{8E88217E-F57C-0F4D-A0DC-EAC60891AF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103" name="Rectangle 20">
              <a:extLst>
                <a:ext uri="{FF2B5EF4-FFF2-40B4-BE49-F238E27FC236}">
                  <a16:creationId xmlns:a16="http://schemas.microsoft.com/office/drawing/2014/main" id="{0FE0007D-5F31-E149-B0CF-AB6784C43E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5FE9AD56-297C-DB4B-A7BE-D6B0F01510E8}"/>
              </a:ext>
            </a:extLst>
          </p:cNvPr>
          <p:cNvGrpSpPr/>
          <p:nvPr userDrawn="1"/>
        </p:nvGrpSpPr>
        <p:grpSpPr>
          <a:xfrm>
            <a:off x="-4617304" y="5482553"/>
            <a:ext cx="1494303" cy="224029"/>
            <a:chOff x="5716131" y="796253"/>
            <a:chExt cx="995522" cy="224029"/>
          </a:xfrm>
        </p:grpSpPr>
        <p:sp>
          <p:nvSpPr>
            <p:cNvPr id="105" name="Rectangle 19">
              <a:extLst>
                <a:ext uri="{FF2B5EF4-FFF2-40B4-BE49-F238E27FC236}">
                  <a16:creationId xmlns:a16="http://schemas.microsoft.com/office/drawing/2014/main" id="{BAE1D5DB-96CD-7A41-AC4C-B60EE6BB7A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106" name="Rectangle 20">
              <a:extLst>
                <a:ext uri="{FF2B5EF4-FFF2-40B4-BE49-F238E27FC236}">
                  <a16:creationId xmlns:a16="http://schemas.microsoft.com/office/drawing/2014/main" id="{91DC9FA1-0AEE-A849-8DCF-0F227C3A70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D51248F3-2F75-594D-B53D-6D8AF82EB3EE}"/>
              </a:ext>
            </a:extLst>
          </p:cNvPr>
          <p:cNvGrpSpPr/>
          <p:nvPr userDrawn="1"/>
        </p:nvGrpSpPr>
        <p:grpSpPr>
          <a:xfrm>
            <a:off x="-4617304" y="6228865"/>
            <a:ext cx="1494303" cy="224029"/>
            <a:chOff x="5716131" y="796253"/>
            <a:chExt cx="995522" cy="224029"/>
          </a:xfrm>
        </p:grpSpPr>
        <p:sp>
          <p:nvSpPr>
            <p:cNvPr id="108" name="Rectangle 19">
              <a:extLst>
                <a:ext uri="{FF2B5EF4-FFF2-40B4-BE49-F238E27FC236}">
                  <a16:creationId xmlns:a16="http://schemas.microsoft.com/office/drawing/2014/main" id="{2C100E18-2C92-5642-871F-193C519D37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109" name="Rectangle 20">
              <a:extLst>
                <a:ext uri="{FF2B5EF4-FFF2-40B4-BE49-F238E27FC236}">
                  <a16:creationId xmlns:a16="http://schemas.microsoft.com/office/drawing/2014/main" id="{C725273B-18AD-5547-A9A0-E5E2D55F15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1CF833E4-0060-484E-9965-5F640274ADE4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-2164590" y="5400000"/>
            <a:ext cx="1828800" cy="6604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5EABF413-2674-1F41-94B7-816E8AFB8043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-2164590" y="4661279"/>
            <a:ext cx="1828800" cy="6604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82AB809A-5890-BF46-A223-5F7B2A123F1A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-2164590" y="3600000"/>
            <a:ext cx="635000" cy="660400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42CF3A70-9F27-F645-9FE9-CD81E473DE48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-2874969" y="3600000"/>
            <a:ext cx="635000" cy="660400"/>
          </a:xfrm>
          <a:prstGeom prst="rect">
            <a:avLst/>
          </a:prstGeom>
        </p:spPr>
      </p:pic>
      <p:sp>
        <p:nvSpPr>
          <p:cNvPr id="2" name="MSIPCMContentMarking" descr="{&quot;HashCode&quot;:-21287891,&quot;Placement&quot;:&quot;Footer&quot;,&quot;Top&quot;:522.0343,&quot;Left&quot;:0.0,&quot;SlideWidth&quot;:960,&quot;SlideHeight&quot;:540}">
            <a:extLst>
              <a:ext uri="{FF2B5EF4-FFF2-40B4-BE49-F238E27FC236}">
                <a16:creationId xmlns:a16="http://schemas.microsoft.com/office/drawing/2014/main" id="{6D88D0BE-2EA1-94D6-EEC3-387CC3481826}"/>
              </a:ext>
            </a:extLst>
          </p:cNvPr>
          <p:cNvSpPr txBox="1"/>
          <p:nvPr userDrawn="1"/>
        </p:nvSpPr>
        <p:spPr>
          <a:xfrm>
            <a:off x="0" y="6629836"/>
            <a:ext cx="963011" cy="228163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GB" sz="800">
                <a:solidFill>
                  <a:srgbClr val="000000"/>
                </a:solidFill>
                <a:latin typeface="Calibri" panose="020F0502020204030204" pitchFamily="34" charset="0"/>
                <a:cs typeface="Arial" panose="020B0604020202020204" pitchFamily="34" charset="0"/>
              </a:rPr>
              <a:t>[AIA – INTERNAL]</a:t>
            </a:r>
            <a:endParaRPr lang="en-GB" sz="800" dirty="0" err="1">
              <a:solidFill>
                <a:srgbClr val="000000"/>
              </a:solidFill>
              <a:latin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41995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88" r:id="rId2"/>
    <p:sldLayoutId id="2147483681" r:id="rId3"/>
  </p:sldLayoutIdLst>
  <p:hf hdr="0" ftr="0" dt="0"/>
  <p:txStyles>
    <p:titleStyle>
      <a:lvl1pPr algn="l" defTabSz="914400" rtl="0" eaLnBrk="1" latinLnBrk="0" hangingPunct="1">
        <a:spcBef>
          <a:spcPct val="0"/>
        </a:spcBef>
        <a:buNone/>
        <a:defRPr sz="4800" b="0" kern="1200" cap="none" normalizeH="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42950" indent="-28575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»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088" userDrawn="1">
          <p15:clr>
            <a:srgbClr val="F26B43"/>
          </p15:clr>
        </p15:guide>
        <p15:guide id="2" pos="744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6D2FFAB7-A7E6-27AB-3759-EFBE3A4DE7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0000" y="4793210"/>
            <a:ext cx="5080000" cy="358775"/>
          </a:xfrm>
        </p:spPr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C2AC02-9655-5648-5A5F-852BB03D89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9999" y="2159999"/>
            <a:ext cx="6171429" cy="2387507"/>
          </a:xfrm>
        </p:spPr>
        <p:txBody>
          <a:bodyPr/>
          <a:lstStyle/>
          <a:p>
            <a:r>
              <a:rPr lang="en-US" sz="4000" dirty="0"/>
              <a:t>Enhancing Doctor Status Re-Validation in Customer Claims STP Process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4901162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7D8E7B-FEF9-32D0-56E1-71C10775E1B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0000" y="540000"/>
            <a:ext cx="10825071" cy="545850"/>
          </a:xfrm>
        </p:spPr>
        <p:txBody>
          <a:bodyPr/>
          <a:lstStyle/>
          <a:p>
            <a:r>
              <a:rPr lang="en-US" dirty="0"/>
              <a:t>Current STP Workflow Overview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FAE109-CE55-D62C-7D80-00B2211A17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8A41853-EF22-D446-BDBC-A7CF3FE93503}" type="slidenum">
              <a:rPr lang="en-US" smtClean="0"/>
              <a:pPr/>
              <a:t>2</a:t>
            </a:fld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9D9F5EC-F871-0256-600A-B9F6E900F166}"/>
              </a:ext>
            </a:extLst>
          </p:cNvPr>
          <p:cNvGrpSpPr/>
          <p:nvPr/>
        </p:nvGrpSpPr>
        <p:grpSpPr>
          <a:xfrm>
            <a:off x="539999" y="1282734"/>
            <a:ext cx="10578071" cy="4890898"/>
            <a:chOff x="539999" y="1282734"/>
            <a:chExt cx="10578071" cy="4890898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A7CE539D-EDE4-7A6A-F89A-4345F2A44F0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39999" y="1282734"/>
              <a:ext cx="10578071" cy="4799659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BF1F0EF1-1C2E-3937-A76F-D7107EA821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921557" y="5424289"/>
              <a:ext cx="968687" cy="74934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972186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EA9D9B-DC65-FB07-C5D9-C7A9EF4A7C9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Provider Validation Logic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6D61B5-9DFA-E44C-85C7-82B3886572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8A41853-EF22-D446-BDBC-A7CF3FE93503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A9C565E3-C35B-8EEC-EFE9-19CB8B0F1E98}"/>
              </a:ext>
            </a:extLst>
          </p:cNvPr>
          <p:cNvSpPr txBox="1">
            <a:spLocks/>
          </p:cNvSpPr>
          <p:nvPr/>
        </p:nvSpPr>
        <p:spPr>
          <a:xfrm>
            <a:off x="360000" y="1800000"/>
            <a:ext cx="3600000" cy="425626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3EF7F33-0942-4806-00E6-7F61C800BC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874" y="2326128"/>
            <a:ext cx="11604126" cy="2205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583637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3ACB7038-835A-51FA-DB2B-5DE9EE74C51F}"/>
              </a:ext>
            </a:extLst>
          </p:cNvPr>
          <p:cNvGrpSpPr/>
          <p:nvPr/>
        </p:nvGrpSpPr>
        <p:grpSpPr>
          <a:xfrm>
            <a:off x="1361378" y="1106842"/>
            <a:ext cx="8121070" cy="3465962"/>
            <a:chOff x="1361378" y="1106842"/>
            <a:chExt cx="8121070" cy="3465962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980684D-119B-74FD-5AC5-B0864F6EAE2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64792" y="1106842"/>
              <a:ext cx="7917656" cy="3465962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D6426A51-F073-FF83-E460-D95943B01B0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61378" y="2585572"/>
              <a:ext cx="1618587" cy="1093640"/>
            </a:xfrm>
            <a:prstGeom prst="rect">
              <a:avLst/>
            </a:prstGeom>
          </p:spPr>
        </p:pic>
      </p:grp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E688F5-02E0-35C1-DF22-4392FC6DCE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9999" y="540000"/>
            <a:ext cx="11160001" cy="758121"/>
          </a:xfrm>
        </p:spPr>
        <p:txBody>
          <a:bodyPr/>
          <a:lstStyle/>
          <a:p>
            <a:r>
              <a:rPr lang="en-US" dirty="0"/>
              <a:t>Provider Validation Logic – Zoom In</a:t>
            </a:r>
            <a:endParaRPr lang="en-GB" dirty="0"/>
          </a:p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1E7C99-074A-4B37-3254-9D89E03899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51885" y="6264872"/>
            <a:ext cx="360000" cy="360000"/>
          </a:xfrm>
        </p:spPr>
        <p:txBody>
          <a:bodyPr/>
          <a:lstStyle/>
          <a:p>
            <a:fld id="{18A41853-EF22-D446-BDBC-A7CF3FE93503}" type="slidenum">
              <a:rPr lang="en-US" smtClean="0"/>
              <a:pPr/>
              <a:t>4</a:t>
            </a:fld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3068430-F7CA-4862-FBA4-F3CEFD528F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2337" y="4509452"/>
            <a:ext cx="4229721" cy="1799121"/>
          </a:xfrm>
          <a:prstGeom prst="rect">
            <a:avLst/>
          </a:prstGeom>
        </p:spPr>
      </p:pic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48D8E093-837A-CF0F-21AF-96BF104CDC91}"/>
              </a:ext>
            </a:extLst>
          </p:cNvPr>
          <p:cNvSpPr/>
          <p:nvPr/>
        </p:nvSpPr>
        <p:spPr>
          <a:xfrm rot="1633990">
            <a:off x="3683285" y="3798899"/>
            <a:ext cx="2007799" cy="352513"/>
          </a:xfrm>
          <a:prstGeom prst="leftRightArrow">
            <a:avLst/>
          </a:prstGeom>
          <a:solidFill>
            <a:schemeClr val="tx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2"/>
              </a:solidFill>
            </a:endParaRP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550B1E92-ECBF-BF8A-ACB4-AA7E605F2E7F}"/>
              </a:ext>
            </a:extLst>
          </p:cNvPr>
          <p:cNvSpPr txBox="1">
            <a:spLocks/>
          </p:cNvSpPr>
          <p:nvPr/>
        </p:nvSpPr>
        <p:spPr>
          <a:xfrm>
            <a:off x="1905078" y="4509453"/>
            <a:ext cx="3262916" cy="63019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>
                <a:solidFill>
                  <a:srgbClr val="FF0000"/>
                </a:solidFill>
              </a:rPr>
              <a:t>not periodically reconciled against the official medical registry.</a:t>
            </a:r>
            <a:endParaRPr lang="en-GB" dirty="0">
              <a:solidFill>
                <a:srgbClr val="FF0000"/>
              </a:solidFill>
            </a:endParaRPr>
          </a:p>
        </p:txBody>
      </p:sp>
      <p:pic>
        <p:nvPicPr>
          <p:cNvPr id="1034" name="Picture 10" descr="Red X Transparent PNGs for Free Download">
            <a:extLst>
              <a:ext uri="{FF2B5EF4-FFF2-40B4-BE49-F238E27FC236}">
                <a16:creationId xmlns:a16="http://schemas.microsoft.com/office/drawing/2014/main" id="{123C824E-D1D7-6B30-7AC8-D19F729E90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03223" y="3733614"/>
            <a:ext cx="567922" cy="5575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155373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3D7951-E40B-605F-DC0F-506A1863647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9999" y="1800000"/>
            <a:ext cx="9621399" cy="4256262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Once added to internal doctor list, provider status is not periodically reconciled against the official medical registry.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Therefore, status changes after onboarding may go undetected.</a:t>
            </a:r>
            <a:endParaRPr lang="en-GB" sz="2000" dirty="0"/>
          </a:p>
          <a:p>
            <a:pPr marL="57150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Retired</a:t>
            </a:r>
          </a:p>
          <a:p>
            <a:pPr marL="571500" indent="-285750">
              <a:buFont typeface="Arial" panose="020B0604020202020204" pitchFamily="34" charset="0"/>
              <a:buChar char="•"/>
            </a:pPr>
            <a:r>
              <a:rPr lang="en-US" sz="1800" dirty="0"/>
              <a:t>Banned</a:t>
            </a:r>
          </a:p>
          <a:p>
            <a:pPr marL="571500" indent="-285750">
              <a:buFont typeface="Arial" panose="020B0604020202020204" pitchFamily="34" charset="0"/>
              <a:buChar char="•"/>
            </a:pPr>
            <a:r>
              <a:rPr lang="en-US" sz="1800" dirty="0"/>
              <a:t>License expired</a:t>
            </a:r>
          </a:p>
          <a:p>
            <a:pPr marL="571500" indent="-285750">
              <a:buFont typeface="Arial" panose="020B0604020202020204" pitchFamily="34" charset="0"/>
              <a:buChar char="•"/>
            </a:pPr>
            <a:r>
              <a:rPr lang="en-US" sz="1800" dirty="0"/>
              <a:t>Other status changes</a:t>
            </a:r>
          </a:p>
          <a:p>
            <a:pPr marL="571500" indent="-28575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D9EFA4-1812-4687-4137-1D9C73D73F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Control Gap – No Ongoing Status Re-Validation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C6195A-C4AE-58D8-27DE-F6EC5DE3C0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8A41853-EF22-D446-BDBC-A7CF3FE93503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52130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D3424B-27BD-BE7E-C7AE-F14F2F6C046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60000" y="1800000"/>
            <a:ext cx="7477714" cy="4256262"/>
          </a:xfrm>
        </p:spPr>
        <p:txBody>
          <a:bodyPr/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Reliance on static internal list.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Potential outdated provider status.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Process design does not ensure ongoing eligibility.</a:t>
            </a:r>
            <a:endParaRPr lang="en-GB" sz="20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CD85D5-3032-D9CC-35EE-32BA90493CC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Risk Implications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9C231A-213A-7B3B-6A56-CCAF264648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8A41853-EF22-D446-BDBC-A7CF3FE93503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05820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Diagram 15">
            <a:extLst>
              <a:ext uri="{FF2B5EF4-FFF2-40B4-BE49-F238E27FC236}">
                <a16:creationId xmlns:a16="http://schemas.microsoft.com/office/drawing/2014/main" id="{B73CE050-8A69-6B3B-0A83-C0FA3BB8F5F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79365097"/>
              </p:ext>
            </p:extLst>
          </p:nvPr>
        </p:nvGraphicFramePr>
        <p:xfrm>
          <a:off x="359999" y="1506086"/>
          <a:ext cx="9241200" cy="42562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781A7C-50C1-A0EF-9C53-729E74D159D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Proposed Control Enhancement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8C3773-0362-A33A-9847-6CEC7815EE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8A41853-EF22-D446-BDBC-A7CF3FE93503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1284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D5D822-CBAE-5D67-18A5-A258CAEC15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8A41853-EF22-D446-BDBC-A7CF3FE93503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C4B62985-2709-1560-2104-C3832A35B8C3}"/>
              </a:ext>
            </a:extLst>
          </p:cNvPr>
          <p:cNvSpPr txBox="1">
            <a:spLocks/>
          </p:cNvSpPr>
          <p:nvPr/>
        </p:nvSpPr>
        <p:spPr>
          <a:xfrm>
            <a:off x="360000" y="1800000"/>
            <a:ext cx="6835930" cy="2916793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–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»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2000" dirty="0"/>
              <a:t>Eliminates manual checking.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2000" dirty="0"/>
              <a:t>Ensures consistent verification.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2000" dirty="0"/>
              <a:t>Strengthens ongoing provider eligibility control.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04FAFA04-68C1-9BFE-DA23-8B5272E34FF1}"/>
              </a:ext>
            </a:extLst>
          </p:cNvPr>
          <p:cNvGrpSpPr/>
          <p:nvPr/>
        </p:nvGrpSpPr>
        <p:grpSpPr>
          <a:xfrm>
            <a:off x="4553760" y="1061786"/>
            <a:ext cx="6228260" cy="5007477"/>
            <a:chOff x="3841490" y="936657"/>
            <a:chExt cx="6228260" cy="5007477"/>
          </a:xfrm>
        </p:grpSpPr>
        <p:pic>
          <p:nvPicPr>
            <p:cNvPr id="7" name="Picture 2" descr="Save Time Icon Vector Art, Icons, and Graphics for Free Download">
              <a:extLst>
                <a:ext uri="{FF2B5EF4-FFF2-40B4-BE49-F238E27FC236}">
                  <a16:creationId xmlns:a16="http://schemas.microsoft.com/office/drawing/2014/main" id="{C2002756-644A-0FDB-9CF9-293E6290AAE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40000" y="936657"/>
              <a:ext cx="1899182" cy="189918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7" descr="A speedometer with different colored faces&#10;&#10;AI-generated content may be incorrect.">
              <a:extLst>
                <a:ext uri="{FF2B5EF4-FFF2-40B4-BE49-F238E27FC236}">
                  <a16:creationId xmlns:a16="http://schemas.microsoft.com/office/drawing/2014/main" id="{664CA434-B962-86AE-A544-4F54B540AC7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7506" y="4065390"/>
              <a:ext cx="2362244" cy="1878744"/>
            </a:xfrm>
            <a:prstGeom prst="rect">
              <a:avLst/>
            </a:prstGeom>
          </p:spPr>
        </p:pic>
        <p:sp>
          <p:nvSpPr>
            <p:cNvPr id="9" name="Left-Right Arrow 11">
              <a:extLst>
                <a:ext uri="{FF2B5EF4-FFF2-40B4-BE49-F238E27FC236}">
                  <a16:creationId xmlns:a16="http://schemas.microsoft.com/office/drawing/2014/main" id="{56531BF3-C381-96F0-3A3B-1A10C48531FB}"/>
                </a:ext>
              </a:extLst>
            </p:cNvPr>
            <p:cNvSpPr/>
            <p:nvPr/>
          </p:nvSpPr>
          <p:spPr>
            <a:xfrm>
              <a:off x="6314238" y="4774107"/>
              <a:ext cx="1150705" cy="276447"/>
            </a:xfrm>
            <a:prstGeom prst="left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Left-Right Arrow 12">
              <a:extLst>
                <a:ext uri="{FF2B5EF4-FFF2-40B4-BE49-F238E27FC236}">
                  <a16:creationId xmlns:a16="http://schemas.microsoft.com/office/drawing/2014/main" id="{8D23A68D-4F6B-EEB9-7830-367C879D3127}"/>
                </a:ext>
              </a:extLst>
            </p:cNvPr>
            <p:cNvSpPr/>
            <p:nvPr/>
          </p:nvSpPr>
          <p:spPr>
            <a:xfrm rot="2935885">
              <a:off x="7263829" y="3222195"/>
              <a:ext cx="1150705" cy="276447"/>
            </a:xfrm>
            <a:prstGeom prst="left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Left-Right Arrow 13">
              <a:extLst>
                <a:ext uri="{FF2B5EF4-FFF2-40B4-BE49-F238E27FC236}">
                  <a16:creationId xmlns:a16="http://schemas.microsoft.com/office/drawing/2014/main" id="{03940D36-D56F-6446-EBDB-936CF58AF4BC}"/>
                </a:ext>
              </a:extLst>
            </p:cNvPr>
            <p:cNvSpPr/>
            <p:nvPr/>
          </p:nvSpPr>
          <p:spPr>
            <a:xfrm rot="18477443">
              <a:off x="5364648" y="3236282"/>
              <a:ext cx="1150705" cy="276447"/>
            </a:xfrm>
            <a:prstGeom prst="left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2" name="Picture 4" descr="Scalable system vector icon can be used for data analytics iconset |  Premium Vector">
              <a:extLst>
                <a:ext uri="{FF2B5EF4-FFF2-40B4-BE49-F238E27FC236}">
                  <a16:creationId xmlns:a16="http://schemas.microsoft.com/office/drawing/2014/main" id="{A5DC2B54-6553-F3C2-AEEB-98356B85C7B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41490" y="3913170"/>
              <a:ext cx="1998323" cy="199832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C6F98079-0A56-BDB0-FE77-32008C984B72}"/>
              </a:ext>
            </a:extLst>
          </p:cNvPr>
          <p:cNvSpPr txBox="1">
            <a:spLocks/>
          </p:cNvSpPr>
          <p:nvPr/>
        </p:nvSpPr>
        <p:spPr>
          <a:xfrm>
            <a:off x="360000" y="540000"/>
            <a:ext cx="11160000" cy="1338676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ts val="3200"/>
              </a:lnSpc>
              <a:spcBef>
                <a:spcPts val="1200"/>
              </a:spcBef>
              <a:buFont typeface="Arial" panose="020B0604020202020204" pitchFamily="34" charset="0"/>
              <a:buNone/>
              <a:defRPr sz="3600" kern="1200">
                <a:solidFill>
                  <a:srgbClr val="333D47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»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/>
              <a:t>Business Value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159932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DF14101-9C45-B999-A22D-70E4D9203B9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Thank You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41947515"/>
      </p:ext>
    </p:extLst>
  </p:cSld>
  <p:clrMapOvr>
    <a:masterClrMapping/>
  </p:clrMapOvr>
</p:sld>
</file>

<file path=ppt/theme/theme1.xml><?xml version="1.0" encoding="utf-8"?>
<a:theme xmlns:a="http://schemas.openxmlformats.org/drawingml/2006/main" name="AIA_2020">
  <a:themeElements>
    <a:clrScheme name="AIA_2020">
      <a:dk1>
        <a:srgbClr val="303D48"/>
      </a:dk1>
      <a:lt1>
        <a:srgbClr val="FFFFFF"/>
      </a:lt1>
      <a:dk2>
        <a:srgbClr val="1F78AD"/>
      </a:dk2>
      <a:lt2>
        <a:srgbClr val="D3CAC3"/>
      </a:lt2>
      <a:accent1>
        <a:srgbClr val="D31145"/>
      </a:accent1>
      <a:accent2>
        <a:srgbClr val="BA0361"/>
      </a:accent2>
      <a:accent3>
        <a:srgbClr val="FF754D"/>
      </a:accent3>
      <a:accent4>
        <a:srgbClr val="F7C926"/>
      </a:accent4>
      <a:accent5>
        <a:srgbClr val="A199BA"/>
      </a:accent5>
      <a:accent6>
        <a:srgbClr val="4C4793"/>
      </a:accent6>
      <a:hlink>
        <a:srgbClr val="4C4793"/>
      </a:hlink>
      <a:folHlink>
        <a:srgbClr val="08456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>
          <a:defRPr dirty="0" err="1" smtClean="0"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AIA_PPT_Template_2018_16x9_V3.1" id="{C24C495E-28EC-4C06-8757-BE4D80E4F71D}" vid="{3469129E-3778-43A8-9BE1-B54836CD943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9A21BD7-A56D-489F-86C7-911BE5D30823}">
  <we:reference id="d4e2c1dc-eac0-4ff5-968e-dae0a03d352f" version="1.0.0.3" store="EXCatalog" storeType="EXCatalog"/>
  <we:alternateReferences/>
  <we:properties>
    <we:property name="belongUser" value="&quot;U2FsdGVkX1+HOd+N+g1InpZ+rI2OtYIWz3a5DLgwO0CKBEQo9WgrAyKNUC/6x2wv&quot;"/>
    <we:property name="chat_history" value="&quot;U2FsdGVkX188lpgiKkHVUkdnXidlKzGhGlzRR2unTdHbpj/QZPT2lopRA3UXDZOIbpwmLKzQTRRBAWPsXdhfH67T+9kKGkfpO1qkxPgS5dOTJ7893UZfG8eSBncKh1aMwObTZru3mvFu2t19o0M31stLdyg6asftQAf+1vaNfc62wFwvkjfV2kvMOC66L1sjHWjG2GR78nvQeMizGvPU4eVDdaieHZH7s9cojXUqgd2ocG/fKu0VdctUBWvQdrJrwUbjPDcS/HMgidBS5ndFQ+JLiRuiRQbrbcsxul4GBzaEVnE4c1iHcTClUHcFtMr+CCdHxTfnzt7HebPM2QmXSXzQA8nNMarXCswPlio4GTKvvjtWP34vGFnuNg49AWXb6gj7g4pKk2M7HvZUTda62/WtvzGkz2XBL1Bhr7K7Djs0F5eAk+/VmhIRyL16e/cxfFP6z9O3fYZgl/z/aOHpVIEoX0vz9QsN8U46jAMC37fyy9umBifPYX1+wsmbqyYRaNh5nfIx6OxLEaWPvMPRxTogPKIzKGvOy78T+sBfbCUNu3P5iCJCRkJdXajJ93thD3uCDN/KQMX/P7D8xff+8/TzX1KI0HIvhAgH9R1u1PgOW4/RRvEBd3xW276AvVLi7i5bzRSAritvWJzy7cFtupREOux9tIekzV+70SrkUxfUTlK2RyGjJ625TUnjuPliISems5xhKpoWYXlhBo6x8SPwaYIJaPU/EckBPDTXjq9BTR1H6NZcP0FB+/HkyaBU/dOqGU1s1kZSGjfRwlnWThqRflfy3bYfZHmuvpsTSVUNmMZ/XLhC0iRV3ORN6/5OGvOd1MFfI3Xxo2yeB0ydtbdIOxade0Hb9RukydVqLKP7x3o3ZfHQcBfpVcnpcX2Bp2YPseokHeq496u7sM31xgz9o8rRRf28J3hxiyTgYCOFAoWOsodzKYv5TzE+d6uIjUQ2LY6o5kBDUDEPK4q2ngAltgzN6Wj1gSI2TFhV9rG9mH5xqEBDjCNO7kNY8EopTYf7wNp4oQA4LBt7CHLUcrL+ssg9fVyp+8w6sSk9J2B7IfWkY5r0hTzLRjIQSAZy6WmvW/SvnWHzWeS3kQPvNfhHubY9unIVLGvMVBHy5woys2H92iE4gFlwmnGutWBw3nrF2xn9OH7OHU1Ji0bF6xw4f/kypMK/WCcTXEwMnFHJPmhm0LZhh+zsXlq4nfNjF/BkiMHP2zFA03jwKSb26ygQNpsCMs/1aTsvQhEK9WysEhNG3wvmjOVDv7OAJlyzKMJVjmWAttS9x+mR76JBi5ePo3XJcyP32Y2j/ehwCyHi53p3Wg7WhUajrtIsImK4pkyjtvprRBJ8A4ElWx0fGkblpt6/okxUFm3yC07aOIBPSKEun6LkWyAmZfvU/+dGPdL1YkotBwRzAsTN/qXJqZSVaaTqmx6LSkn/cOBA5niNae1ZsmbZcD4UmlPqIWKTMXQtNXPoOB4KhbjPdljgXso4t6xwm59SE6ZjoWVpnv1xeeZs8YmEFzBgoH1EUZsMCh7UbzwWmtkp95Q1BXGDNjZdA3da7IViBdhL6h1Gtu/vFZ7aCHw3tfT9OJpeSnGkJcOyge12KobtlrfTBTi8r0E9GzVs2s9pp9tK2F0NA1yVlqulXXw+3I4n+HN5/rIVTGldhPyXszZw28kSiC2AQqQ11whYcWlY7smQt7exkL/f9oGdNodZMfcK87LI2mf11Ut2TzrPtxEFzo+QWLuiCMwUtHxfo1+U3QizGVi3v8WCtkJMlXgp8EndLh4cf08cYrbAIC1vLRD5ss1Jr9F4+rODqtsX+80crtP4ICYfSfdUjnHqgQtchlygZ8wXihX7rZKknsgo/jspyX4bcyHLQV6zBxvLq1XKXonVdh3Kg5oCfF6I6DMV4YI3pJQ2hioy1Je+D3o2agdwt0miwieIKbFp6FgZVUUjlHTpYF7f2Dq+ECZzJnYt+T0HWK+u20j4R+9/MCze429qlCL2Jdey1+VP/5P7WbDb7qqRRnytSgPzX0kFGQWvYiL3cVMo5q4Lor1q18k+bJ5BksLY7qY98VP0X+nxy02ICkzVUu88+uIqYWbHcnVh1pNW7altE+7owm2jXAt0xUx5HqZP6qIxj8JA2EZ2/u98Vplo1TYbaLc=&quot;"/>
    <we:property name="chat_history_msgids" value="&quot;U2FsdGVkX18TnM4jByWFMEwNNqzuJQiSzcNQdLMiZgc=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307</TotalTime>
  <Words>190</Words>
  <Application>Microsoft Office PowerPoint</Application>
  <PresentationFormat>Widescreen</PresentationFormat>
  <Paragraphs>37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Helvetica Neue</vt:lpstr>
      <vt:lpstr>AIA_2020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Wang, Harry-CC</dc:creator>
  <cp:lastModifiedBy>Wang, Harry-CC</cp:lastModifiedBy>
  <cp:revision>8</cp:revision>
  <cp:lastPrinted>2020-05-18T12:18:52Z</cp:lastPrinted>
  <dcterms:created xsi:type="dcterms:W3CDTF">2026-02-13T01:36:38Z</dcterms:created>
  <dcterms:modified xsi:type="dcterms:W3CDTF">2026-02-13T07:41:33Z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dac7489-8e74-4740-9640-de6a90bd2a80_Enabled">
    <vt:lpwstr>true</vt:lpwstr>
  </property>
  <property fmtid="{D5CDD505-2E9C-101B-9397-08002B2CF9AE}" pid="3" name="MSIP_Label_edac7489-8e74-4740-9640-de6a90bd2a80_SetDate">
    <vt:lpwstr>2024-03-21T07:18:01Z</vt:lpwstr>
  </property>
  <property fmtid="{D5CDD505-2E9C-101B-9397-08002B2CF9AE}" pid="4" name="MSIP_Label_edac7489-8e74-4740-9640-de6a90bd2a80_Method">
    <vt:lpwstr>Standard</vt:lpwstr>
  </property>
  <property fmtid="{D5CDD505-2E9C-101B-9397-08002B2CF9AE}" pid="5" name="MSIP_Label_edac7489-8e74-4740-9640-de6a90bd2a80_Name">
    <vt:lpwstr>edac7489-8e74-4740-9640-de6a90bd2a80</vt:lpwstr>
  </property>
  <property fmtid="{D5CDD505-2E9C-101B-9397-08002B2CF9AE}" pid="6" name="MSIP_Label_edac7489-8e74-4740-9640-de6a90bd2a80_SiteId">
    <vt:lpwstr>7f2c1900-9fd4-4b89-91d3-79a649996f0a</vt:lpwstr>
  </property>
  <property fmtid="{D5CDD505-2E9C-101B-9397-08002B2CF9AE}" pid="7" name="MSIP_Label_edac7489-8e74-4740-9640-de6a90bd2a80_ActionId">
    <vt:lpwstr>a408d18a-af58-4859-91c5-f9d86747a9db</vt:lpwstr>
  </property>
  <property fmtid="{D5CDD505-2E9C-101B-9397-08002B2CF9AE}" pid="8" name="MSIP_Label_edac7489-8e74-4740-9640-de6a90bd2a80_ContentBits">
    <vt:lpwstr>2</vt:lpwstr>
  </property>
</Properties>
</file>